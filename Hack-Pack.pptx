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2.xml" ContentType="application/vnd.openxmlformats-officedocument.theme+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4"/>
    <p:sldMasterId id="2147483721" r:id="rId5"/>
    <p:sldMasterId id="2147483754" r:id="rId6"/>
  </p:sldMasterIdLst>
  <p:notesMasterIdLst>
    <p:notesMasterId r:id="rId12"/>
  </p:notesMasterIdLst>
  <p:sldIdLst>
    <p:sldId id="259" r:id="rId7"/>
    <p:sldId id="2147481126" r:id="rId8"/>
    <p:sldId id="2147483186" r:id="rId9"/>
    <p:sldId id="2147483187" r:id="rId10"/>
    <p:sldId id="214748319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A2FE84-09B8-481E-AB65-5D7C1563EF5F}" v="26" dt="2026-10-15T15:10:57.5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22" autoAdjust="0"/>
    <p:restoredTop sz="94660"/>
  </p:normalViewPr>
  <p:slideViewPr>
    <p:cSldViewPr snapToGrid="0">
      <p:cViewPr>
        <p:scale>
          <a:sx n="102" d="100"/>
          <a:sy n="102" d="100"/>
        </p:scale>
        <p:origin x="-6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5" Type="http://schemas.openxmlformats.org/officeDocument/2006/relationships/slideMaster" Target="slideMasters/slideMaster2.xml"/><Relationship Id="rId15" Type="http://schemas.openxmlformats.org/officeDocument/2006/relationships/theme" Target="theme/theme1.xml"/><Relationship Id="rId10" Type="http://schemas.openxmlformats.org/officeDocument/2006/relationships/slide" Target="slides/slide4.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d Nikjou" userId="0e72ad4dff83fd88" providerId="LiveId" clId="{F294E588-3629-4F05-9E1C-97E3CFEDDEDE}"/>
    <pc:docChg chg="custSel addSld delSld modSld sldOrd">
      <pc:chgData name="Said Nikjou" userId="0e72ad4dff83fd88" providerId="LiveId" clId="{F294E588-3629-4F05-9E1C-97E3CFEDDEDE}" dt="2026-10-15T15:11:52.827" v="303" actId="6549"/>
      <pc:docMkLst>
        <pc:docMk/>
      </pc:docMkLst>
      <pc:sldChg chg="modSp mod">
        <pc:chgData name="Said Nikjou" userId="0e72ad4dff83fd88" providerId="LiveId" clId="{F294E588-3629-4F05-9E1C-97E3CFEDDEDE}" dt="2026-10-15T14:40:15.507" v="91" actId="20577"/>
        <pc:sldMkLst>
          <pc:docMk/>
          <pc:sldMk cId="2561546468" sldId="259"/>
        </pc:sldMkLst>
        <pc:spChg chg="mod">
          <ac:chgData name="Said Nikjou" userId="0e72ad4dff83fd88" providerId="LiveId" clId="{F294E588-3629-4F05-9E1C-97E3CFEDDEDE}" dt="2026-10-15T14:40:15.507" v="91" actId="20577"/>
          <ac:spMkLst>
            <pc:docMk/>
            <pc:sldMk cId="2561546468" sldId="259"/>
            <ac:spMk id="2" creationId="{1884FF81-8D16-F06E-EB4B-3BD12C7066AF}"/>
          </ac:spMkLst>
        </pc:spChg>
      </pc:sldChg>
      <pc:sldChg chg="addSp modSp mod modAnim">
        <pc:chgData name="Said Nikjou" userId="0e72ad4dff83fd88" providerId="LiveId" clId="{F294E588-3629-4F05-9E1C-97E3CFEDDEDE}" dt="2026-10-15T14:41:47.846" v="263" actId="20577"/>
        <pc:sldMkLst>
          <pc:docMk/>
          <pc:sldMk cId="919072003" sldId="2147481126"/>
        </pc:sldMkLst>
        <pc:spChg chg="mod">
          <ac:chgData name="Said Nikjou" userId="0e72ad4dff83fd88" providerId="LiveId" clId="{F294E588-3629-4F05-9E1C-97E3CFEDDEDE}" dt="2026-10-15T14:40:37.128" v="92" actId="1076"/>
          <ac:spMkLst>
            <pc:docMk/>
            <pc:sldMk cId="919072003" sldId="2147481126"/>
            <ac:spMk id="2" creationId="{7F62A85B-EA65-A28F-FB0B-BA4E6C0C0878}"/>
          </ac:spMkLst>
        </pc:spChg>
        <pc:spChg chg="mod">
          <ac:chgData name="Said Nikjou" userId="0e72ad4dff83fd88" providerId="LiveId" clId="{F294E588-3629-4F05-9E1C-97E3CFEDDEDE}" dt="2026-10-15T14:41:13.392" v="233" actId="1036"/>
          <ac:spMkLst>
            <pc:docMk/>
            <pc:sldMk cId="919072003" sldId="2147481126"/>
            <ac:spMk id="3" creationId="{487D2147-35A4-B164-A6FD-4B8ED63B33EC}"/>
          </ac:spMkLst>
        </pc:spChg>
        <pc:spChg chg="add mod">
          <ac:chgData name="Said Nikjou" userId="0e72ad4dff83fd88" providerId="LiveId" clId="{F294E588-3629-4F05-9E1C-97E3CFEDDEDE}" dt="2026-10-15T14:41:47.846" v="263" actId="20577"/>
          <ac:spMkLst>
            <pc:docMk/>
            <pc:sldMk cId="919072003" sldId="2147481126"/>
            <ac:spMk id="5" creationId="{55EC8773-8B8C-1CEC-EDBE-4D88465B43B5}"/>
          </ac:spMkLst>
        </pc:spChg>
        <pc:spChg chg="mod">
          <ac:chgData name="Said Nikjou" userId="0e72ad4dff83fd88" providerId="LiveId" clId="{F294E588-3629-4F05-9E1C-97E3CFEDDEDE}" dt="2026-10-15T14:41:06.754" v="218" actId="1035"/>
          <ac:spMkLst>
            <pc:docMk/>
            <pc:sldMk cId="919072003" sldId="2147481126"/>
            <ac:spMk id="7" creationId="{C3C40D41-71E2-0E72-6378-E45471E50539}"/>
          </ac:spMkLst>
        </pc:spChg>
        <pc:spChg chg="mod">
          <ac:chgData name="Said Nikjou" userId="0e72ad4dff83fd88" providerId="LiveId" clId="{F294E588-3629-4F05-9E1C-97E3CFEDDEDE}" dt="2026-10-15T14:41:13.392" v="233" actId="1036"/>
          <ac:spMkLst>
            <pc:docMk/>
            <pc:sldMk cId="919072003" sldId="2147481126"/>
            <ac:spMk id="8" creationId="{32A25205-7D84-72FB-7B88-588EC51B125C}"/>
          </ac:spMkLst>
        </pc:spChg>
        <pc:spChg chg="mod">
          <ac:chgData name="Said Nikjou" userId="0e72ad4dff83fd88" providerId="LiveId" clId="{F294E588-3629-4F05-9E1C-97E3CFEDDEDE}" dt="2026-10-15T14:41:13.392" v="233" actId="1036"/>
          <ac:spMkLst>
            <pc:docMk/>
            <pc:sldMk cId="919072003" sldId="2147481126"/>
            <ac:spMk id="9" creationId="{473EB487-34B5-BBB2-9862-E85427EB3538}"/>
          </ac:spMkLst>
        </pc:spChg>
        <pc:spChg chg="mod">
          <ac:chgData name="Said Nikjou" userId="0e72ad4dff83fd88" providerId="LiveId" clId="{F294E588-3629-4F05-9E1C-97E3CFEDDEDE}" dt="2026-10-15T14:41:13.392" v="233" actId="1036"/>
          <ac:spMkLst>
            <pc:docMk/>
            <pc:sldMk cId="919072003" sldId="2147481126"/>
            <ac:spMk id="19" creationId="{4D6ED9E8-C377-D3E6-D794-621F25E4E529}"/>
          </ac:spMkLst>
        </pc:spChg>
        <pc:spChg chg="mod">
          <ac:chgData name="Said Nikjou" userId="0e72ad4dff83fd88" providerId="LiveId" clId="{F294E588-3629-4F05-9E1C-97E3CFEDDEDE}" dt="2026-10-15T14:41:13.392" v="233" actId="1036"/>
          <ac:spMkLst>
            <pc:docMk/>
            <pc:sldMk cId="919072003" sldId="2147481126"/>
            <ac:spMk id="24" creationId="{6973CB6C-B3D9-5273-3B2A-57E545300F9B}"/>
          </ac:spMkLst>
        </pc:spChg>
        <pc:spChg chg="mod">
          <ac:chgData name="Said Nikjou" userId="0e72ad4dff83fd88" providerId="LiveId" clId="{F294E588-3629-4F05-9E1C-97E3CFEDDEDE}" dt="2026-10-15T14:41:13.392" v="233" actId="1036"/>
          <ac:spMkLst>
            <pc:docMk/>
            <pc:sldMk cId="919072003" sldId="2147481126"/>
            <ac:spMk id="26" creationId="{33F96970-5E19-1BE2-ED10-098C78640AC8}"/>
          </ac:spMkLst>
        </pc:spChg>
        <pc:spChg chg="mod">
          <ac:chgData name="Said Nikjou" userId="0e72ad4dff83fd88" providerId="LiveId" clId="{F294E588-3629-4F05-9E1C-97E3CFEDDEDE}" dt="2026-10-15T14:41:13.392" v="233" actId="1036"/>
          <ac:spMkLst>
            <pc:docMk/>
            <pc:sldMk cId="919072003" sldId="2147481126"/>
            <ac:spMk id="31" creationId="{D66E5F59-3C26-2396-56AA-0015B3A569FE}"/>
          </ac:spMkLst>
        </pc:spChg>
        <pc:spChg chg="mod">
          <ac:chgData name="Said Nikjou" userId="0e72ad4dff83fd88" providerId="LiveId" clId="{F294E588-3629-4F05-9E1C-97E3CFEDDEDE}" dt="2026-10-15T14:41:13.392" v="233" actId="1036"/>
          <ac:spMkLst>
            <pc:docMk/>
            <pc:sldMk cId="919072003" sldId="2147481126"/>
            <ac:spMk id="32" creationId="{2BCD030D-8BC0-BC01-23BC-9E479B75A96C}"/>
          </ac:spMkLst>
        </pc:spChg>
        <pc:spChg chg="mod">
          <ac:chgData name="Said Nikjou" userId="0e72ad4dff83fd88" providerId="LiveId" clId="{F294E588-3629-4F05-9E1C-97E3CFEDDEDE}" dt="2026-10-15T14:41:13.392" v="233" actId="1036"/>
          <ac:spMkLst>
            <pc:docMk/>
            <pc:sldMk cId="919072003" sldId="2147481126"/>
            <ac:spMk id="33" creationId="{41E4CD9E-AD5C-1753-DE24-771778650C1C}"/>
          </ac:spMkLst>
        </pc:spChg>
        <pc:spChg chg="mod">
          <ac:chgData name="Said Nikjou" userId="0e72ad4dff83fd88" providerId="LiveId" clId="{F294E588-3629-4F05-9E1C-97E3CFEDDEDE}" dt="2026-10-15T14:41:13.392" v="233" actId="1036"/>
          <ac:spMkLst>
            <pc:docMk/>
            <pc:sldMk cId="919072003" sldId="2147481126"/>
            <ac:spMk id="35" creationId="{70CDB891-A8A7-AB60-2C31-3BC095105245}"/>
          </ac:spMkLst>
        </pc:spChg>
      </pc:sldChg>
      <pc:sldChg chg="modSp mod">
        <pc:chgData name="Said Nikjou" userId="0e72ad4dff83fd88" providerId="LiveId" clId="{F294E588-3629-4F05-9E1C-97E3CFEDDEDE}" dt="2026-10-15T15:05:44.500" v="275" actId="20577"/>
        <pc:sldMkLst>
          <pc:docMk/>
          <pc:sldMk cId="3376623146" sldId="2147483186"/>
        </pc:sldMkLst>
        <pc:spChg chg="mod">
          <ac:chgData name="Said Nikjou" userId="0e72ad4dff83fd88" providerId="LiveId" clId="{F294E588-3629-4F05-9E1C-97E3CFEDDEDE}" dt="2026-10-15T14:36:16.471" v="17" actId="20577"/>
          <ac:spMkLst>
            <pc:docMk/>
            <pc:sldMk cId="3376623146" sldId="2147483186"/>
            <ac:spMk id="29" creationId="{B39B16F0-F566-4115-FFAA-7B24FA04F1FD}"/>
          </ac:spMkLst>
        </pc:spChg>
        <pc:spChg chg="mod">
          <ac:chgData name="Said Nikjou" userId="0e72ad4dff83fd88" providerId="LiveId" clId="{F294E588-3629-4F05-9E1C-97E3CFEDDEDE}" dt="2026-10-15T15:05:44.500" v="275" actId="20577"/>
          <ac:spMkLst>
            <pc:docMk/>
            <pc:sldMk cId="3376623146" sldId="2147483186"/>
            <ac:spMk id="37" creationId="{0EE967ED-3308-9B7F-4077-81C74C0EA63C}"/>
          </ac:spMkLst>
        </pc:spChg>
      </pc:sldChg>
      <pc:sldChg chg="addSp delSp modSp mod">
        <pc:chgData name="Said Nikjou" userId="0e72ad4dff83fd88" providerId="LiveId" clId="{F294E588-3629-4F05-9E1C-97E3CFEDDEDE}" dt="2026-10-15T14:38:42.725" v="89" actId="1076"/>
        <pc:sldMkLst>
          <pc:docMk/>
          <pc:sldMk cId="753791196" sldId="2147483187"/>
        </pc:sldMkLst>
        <pc:spChg chg="mod">
          <ac:chgData name="Said Nikjou" userId="0e72ad4dff83fd88" providerId="LiveId" clId="{F294E588-3629-4F05-9E1C-97E3CFEDDEDE}" dt="2026-10-15T14:37:24.818" v="18"/>
          <ac:spMkLst>
            <pc:docMk/>
            <pc:sldMk cId="753791196" sldId="2147483187"/>
            <ac:spMk id="5" creationId="{FC675EC3-DE21-4678-7C3F-05768F93F93E}"/>
          </ac:spMkLst>
        </pc:spChg>
        <pc:spChg chg="mod">
          <ac:chgData name="Said Nikjou" userId="0e72ad4dff83fd88" providerId="LiveId" clId="{F294E588-3629-4F05-9E1C-97E3CFEDDEDE}" dt="2026-10-15T14:38:42.725" v="89" actId="1076"/>
          <ac:spMkLst>
            <pc:docMk/>
            <pc:sldMk cId="753791196" sldId="2147483187"/>
            <ac:spMk id="9" creationId="{FEA2A9EB-F81F-2175-A9D3-55EA7DF0AAC3}"/>
          </ac:spMkLst>
        </pc:spChg>
        <pc:spChg chg="mod">
          <ac:chgData name="Said Nikjou" userId="0e72ad4dff83fd88" providerId="LiveId" clId="{F294E588-3629-4F05-9E1C-97E3CFEDDEDE}" dt="2026-10-15T14:38:35.689" v="88" actId="1036"/>
          <ac:spMkLst>
            <pc:docMk/>
            <pc:sldMk cId="753791196" sldId="2147483187"/>
            <ac:spMk id="11" creationId="{5F03B7B6-0522-835E-9DB0-5230BC24A81A}"/>
          </ac:spMkLst>
        </pc:spChg>
        <pc:spChg chg="mod">
          <ac:chgData name="Said Nikjou" userId="0e72ad4dff83fd88" providerId="LiveId" clId="{F294E588-3629-4F05-9E1C-97E3CFEDDEDE}" dt="2026-10-15T14:38:35.689" v="88" actId="1036"/>
          <ac:spMkLst>
            <pc:docMk/>
            <pc:sldMk cId="753791196" sldId="2147483187"/>
            <ac:spMk id="13" creationId="{3C6FF039-D7CF-6B45-F018-9CE418479890}"/>
          </ac:spMkLst>
        </pc:spChg>
        <pc:spChg chg="mod">
          <ac:chgData name="Said Nikjou" userId="0e72ad4dff83fd88" providerId="LiveId" clId="{F294E588-3629-4F05-9E1C-97E3CFEDDEDE}" dt="2026-10-15T14:37:24.818" v="18"/>
          <ac:spMkLst>
            <pc:docMk/>
            <pc:sldMk cId="753791196" sldId="2147483187"/>
            <ac:spMk id="15" creationId="{381652AA-7B43-F3B0-4939-55E40A37EC26}"/>
          </ac:spMkLst>
        </pc:spChg>
        <pc:spChg chg="mod">
          <ac:chgData name="Said Nikjou" userId="0e72ad4dff83fd88" providerId="LiveId" clId="{F294E588-3629-4F05-9E1C-97E3CFEDDEDE}" dt="2026-10-15T14:37:24.818" v="18"/>
          <ac:spMkLst>
            <pc:docMk/>
            <pc:sldMk cId="753791196" sldId="2147483187"/>
            <ac:spMk id="18" creationId="{F47ECBDA-C0F7-46AE-B574-C7726326F1BB}"/>
          </ac:spMkLst>
        </pc:spChg>
        <pc:spChg chg="mod">
          <ac:chgData name="Said Nikjou" userId="0e72ad4dff83fd88" providerId="LiveId" clId="{F294E588-3629-4F05-9E1C-97E3CFEDDEDE}" dt="2026-10-15T14:37:24.818" v="18"/>
          <ac:spMkLst>
            <pc:docMk/>
            <pc:sldMk cId="753791196" sldId="2147483187"/>
            <ac:spMk id="21" creationId="{82503E41-0C64-A9EB-A7DF-281A784685C9}"/>
          </ac:spMkLst>
        </pc:spChg>
        <pc:spChg chg="mod">
          <ac:chgData name="Said Nikjou" userId="0e72ad4dff83fd88" providerId="LiveId" clId="{F294E588-3629-4F05-9E1C-97E3CFEDDEDE}" dt="2026-10-15T14:37:51.758" v="21"/>
          <ac:spMkLst>
            <pc:docMk/>
            <pc:sldMk cId="753791196" sldId="2147483187"/>
            <ac:spMk id="24" creationId="{C3D8C413-44A6-919B-0AB6-54FBA34B4F20}"/>
          </ac:spMkLst>
        </pc:spChg>
        <pc:spChg chg="mod">
          <ac:chgData name="Said Nikjou" userId="0e72ad4dff83fd88" providerId="LiveId" clId="{F294E588-3629-4F05-9E1C-97E3CFEDDEDE}" dt="2026-10-15T14:38:35.689" v="88" actId="1036"/>
          <ac:spMkLst>
            <pc:docMk/>
            <pc:sldMk cId="753791196" sldId="2147483187"/>
            <ac:spMk id="95" creationId="{3DE592B5-CE4D-713C-4DCE-0A52362939BA}"/>
          </ac:spMkLst>
        </pc:spChg>
        <pc:spChg chg="mod">
          <ac:chgData name="Said Nikjou" userId="0e72ad4dff83fd88" providerId="LiveId" clId="{F294E588-3629-4F05-9E1C-97E3CFEDDEDE}" dt="2026-10-15T14:38:35.689" v="88" actId="1036"/>
          <ac:spMkLst>
            <pc:docMk/>
            <pc:sldMk cId="753791196" sldId="2147483187"/>
            <ac:spMk id="96" creationId="{437F58DE-CBD7-8295-7C05-CDB311B41AEC}"/>
          </ac:spMkLst>
        </pc:spChg>
        <pc:spChg chg="mod">
          <ac:chgData name="Said Nikjou" userId="0e72ad4dff83fd88" providerId="LiveId" clId="{F294E588-3629-4F05-9E1C-97E3CFEDDEDE}" dt="2026-10-15T14:38:35.689" v="88" actId="1036"/>
          <ac:spMkLst>
            <pc:docMk/>
            <pc:sldMk cId="753791196" sldId="2147483187"/>
            <ac:spMk id="100" creationId="{A807B664-816D-9600-A799-5892448E43B5}"/>
          </ac:spMkLst>
        </pc:spChg>
        <pc:spChg chg="mod">
          <ac:chgData name="Said Nikjou" userId="0e72ad4dff83fd88" providerId="LiveId" clId="{F294E588-3629-4F05-9E1C-97E3CFEDDEDE}" dt="2026-10-15T14:38:35.689" v="88" actId="1036"/>
          <ac:spMkLst>
            <pc:docMk/>
            <pc:sldMk cId="753791196" sldId="2147483187"/>
            <ac:spMk id="130" creationId="{2828C2A4-6846-1220-A4DD-C2C8C26D29D2}"/>
          </ac:spMkLst>
        </pc:spChg>
        <pc:spChg chg="mod">
          <ac:chgData name="Said Nikjou" userId="0e72ad4dff83fd88" providerId="LiveId" clId="{F294E588-3629-4F05-9E1C-97E3CFEDDEDE}" dt="2026-10-15T14:38:35.689" v="88" actId="1036"/>
          <ac:spMkLst>
            <pc:docMk/>
            <pc:sldMk cId="753791196" sldId="2147483187"/>
            <ac:spMk id="132" creationId="{FB18D0FF-06D6-07E8-8947-1E3D9448D402}"/>
          </ac:spMkLst>
        </pc:spChg>
        <pc:spChg chg="mod">
          <ac:chgData name="Said Nikjou" userId="0e72ad4dff83fd88" providerId="LiveId" clId="{F294E588-3629-4F05-9E1C-97E3CFEDDEDE}" dt="2026-10-15T14:38:35.689" v="88" actId="1036"/>
          <ac:spMkLst>
            <pc:docMk/>
            <pc:sldMk cId="753791196" sldId="2147483187"/>
            <ac:spMk id="133" creationId="{19670769-E397-A1C6-0A40-E01275DE01E8}"/>
          </ac:spMkLst>
        </pc:spChg>
        <pc:spChg chg="mod">
          <ac:chgData name="Said Nikjou" userId="0e72ad4dff83fd88" providerId="LiveId" clId="{F294E588-3629-4F05-9E1C-97E3CFEDDEDE}" dt="2026-10-15T14:38:35.689" v="88" actId="1036"/>
          <ac:spMkLst>
            <pc:docMk/>
            <pc:sldMk cId="753791196" sldId="2147483187"/>
            <ac:spMk id="134" creationId="{68274C50-C2DF-B423-9666-F36D2DF4B913}"/>
          </ac:spMkLst>
        </pc:spChg>
        <pc:spChg chg="mod">
          <ac:chgData name="Said Nikjou" userId="0e72ad4dff83fd88" providerId="LiveId" clId="{F294E588-3629-4F05-9E1C-97E3CFEDDEDE}" dt="2026-10-15T14:38:35.689" v="88" actId="1036"/>
          <ac:spMkLst>
            <pc:docMk/>
            <pc:sldMk cId="753791196" sldId="2147483187"/>
            <ac:spMk id="135" creationId="{1A970498-421D-3948-377B-9BD3CF19D0FD}"/>
          </ac:spMkLst>
        </pc:spChg>
        <pc:grpChg chg="mod">
          <ac:chgData name="Said Nikjou" userId="0e72ad4dff83fd88" providerId="LiveId" clId="{F294E588-3629-4F05-9E1C-97E3CFEDDEDE}" dt="2026-10-15T14:38:22.207" v="73" actId="1038"/>
          <ac:grpSpMkLst>
            <pc:docMk/>
            <pc:sldMk cId="753791196" sldId="2147483187"/>
            <ac:grpSpMk id="3" creationId="{2D49C63F-8C58-B68F-2146-EF34F407F86F}"/>
          </ac:grpSpMkLst>
        </pc:grpChg>
        <pc:grpChg chg="add mod">
          <ac:chgData name="Said Nikjou" userId="0e72ad4dff83fd88" providerId="LiveId" clId="{F294E588-3629-4F05-9E1C-97E3CFEDDEDE}" dt="2026-10-15T14:38:22.207" v="73" actId="1038"/>
          <ac:grpSpMkLst>
            <pc:docMk/>
            <pc:sldMk cId="753791196" sldId="2147483187"/>
            <ac:grpSpMk id="8" creationId="{1685A685-A3FE-DEBE-9B42-449E6CD1C89B}"/>
          </ac:grpSpMkLst>
        </pc:grpChg>
        <pc:grpChg chg="add mod">
          <ac:chgData name="Said Nikjou" userId="0e72ad4dff83fd88" providerId="LiveId" clId="{F294E588-3629-4F05-9E1C-97E3CFEDDEDE}" dt="2026-10-15T14:38:22.207" v="73" actId="1038"/>
          <ac:grpSpMkLst>
            <pc:docMk/>
            <pc:sldMk cId="753791196" sldId="2147483187"/>
            <ac:grpSpMk id="17" creationId="{443CA7E2-8AEF-C849-264B-02B1F11B7F49}"/>
          </ac:grpSpMkLst>
        </pc:grpChg>
        <pc:grpChg chg="mod">
          <ac:chgData name="Said Nikjou" userId="0e72ad4dff83fd88" providerId="LiveId" clId="{F294E588-3629-4F05-9E1C-97E3CFEDDEDE}" dt="2026-10-15T14:38:22.207" v="73" actId="1038"/>
          <ac:grpSpMkLst>
            <pc:docMk/>
            <pc:sldMk cId="753791196" sldId="2147483187"/>
            <ac:grpSpMk id="20" creationId="{069339D9-9EF6-BA2B-F73F-52C525E18DB5}"/>
          </ac:grpSpMkLst>
        </pc:grpChg>
        <pc:grpChg chg="add mod">
          <ac:chgData name="Said Nikjou" userId="0e72ad4dff83fd88" providerId="LiveId" clId="{F294E588-3629-4F05-9E1C-97E3CFEDDEDE}" dt="2026-10-15T14:38:22.207" v="73" actId="1038"/>
          <ac:grpSpMkLst>
            <pc:docMk/>
            <pc:sldMk cId="753791196" sldId="2147483187"/>
            <ac:grpSpMk id="23" creationId="{73EB6F75-8D1D-77F8-E6F7-0C45C28AEFF7}"/>
          </ac:grpSpMkLst>
        </pc:grpChg>
        <pc:picChg chg="mod">
          <ac:chgData name="Said Nikjou" userId="0e72ad4dff83fd88" providerId="LiveId" clId="{F294E588-3629-4F05-9E1C-97E3CFEDDEDE}" dt="2026-10-15T14:37:24.818" v="18"/>
          <ac:picMkLst>
            <pc:docMk/>
            <pc:sldMk cId="753791196" sldId="2147483187"/>
            <ac:picMk id="7" creationId="{05E09027-E2C6-B4BE-909A-FB06AAD4FE15}"/>
          </ac:picMkLst>
        </pc:picChg>
        <pc:picChg chg="del">
          <ac:chgData name="Said Nikjou" userId="0e72ad4dff83fd88" providerId="LiveId" clId="{F294E588-3629-4F05-9E1C-97E3CFEDDEDE}" dt="2026-10-15T14:37:43.098" v="20" actId="478"/>
          <ac:picMkLst>
            <pc:docMk/>
            <pc:sldMk cId="753791196" sldId="2147483187"/>
            <ac:picMk id="10" creationId="{B81D93D4-718E-3978-F602-6D1EB16789F8}"/>
          </ac:picMkLst>
        </pc:picChg>
        <pc:picChg chg="mod">
          <ac:chgData name="Said Nikjou" userId="0e72ad4dff83fd88" providerId="LiveId" clId="{F294E588-3629-4F05-9E1C-97E3CFEDDEDE}" dt="2026-10-15T14:37:24.818" v="18"/>
          <ac:picMkLst>
            <pc:docMk/>
            <pc:sldMk cId="753791196" sldId="2147483187"/>
            <ac:picMk id="16" creationId="{8D866E60-B2BC-5618-84DA-7192A788BEF3}"/>
          </ac:picMkLst>
        </pc:picChg>
        <pc:picChg chg="mod">
          <ac:chgData name="Said Nikjou" userId="0e72ad4dff83fd88" providerId="LiveId" clId="{F294E588-3629-4F05-9E1C-97E3CFEDDEDE}" dt="2026-10-15T14:37:24.818" v="18"/>
          <ac:picMkLst>
            <pc:docMk/>
            <pc:sldMk cId="753791196" sldId="2147483187"/>
            <ac:picMk id="19" creationId="{A6F5A786-BA74-2801-2D85-A4DCAA79B5EE}"/>
          </ac:picMkLst>
        </pc:picChg>
        <pc:picChg chg="mod">
          <ac:chgData name="Said Nikjou" userId="0e72ad4dff83fd88" providerId="LiveId" clId="{F294E588-3629-4F05-9E1C-97E3CFEDDEDE}" dt="2026-10-15T14:37:24.818" v="18"/>
          <ac:picMkLst>
            <pc:docMk/>
            <pc:sldMk cId="753791196" sldId="2147483187"/>
            <ac:picMk id="22" creationId="{1E4C404F-08FF-AD90-B774-6AB5DFDDB914}"/>
          </ac:picMkLst>
        </pc:picChg>
        <pc:picChg chg="mod">
          <ac:chgData name="Said Nikjou" userId="0e72ad4dff83fd88" providerId="LiveId" clId="{F294E588-3629-4F05-9E1C-97E3CFEDDEDE}" dt="2026-10-15T14:37:51.758" v="21"/>
          <ac:picMkLst>
            <pc:docMk/>
            <pc:sldMk cId="753791196" sldId="2147483187"/>
            <ac:picMk id="25" creationId="{9557AC4A-D2DA-9883-08AA-FFCF5CE40FCD}"/>
          </ac:picMkLst>
        </pc:picChg>
      </pc:sldChg>
      <pc:sldChg chg="add del ord">
        <pc:chgData name="Said Nikjou" userId="0e72ad4dff83fd88" providerId="LiveId" clId="{F294E588-3629-4F05-9E1C-97E3CFEDDEDE}" dt="2026-10-15T15:00:09.899" v="267"/>
        <pc:sldMkLst>
          <pc:docMk/>
          <pc:sldMk cId="1828006261" sldId="2147483188"/>
        </pc:sldMkLst>
      </pc:sldChg>
      <pc:sldChg chg="add del">
        <pc:chgData name="Said Nikjou" userId="0e72ad4dff83fd88" providerId="LiveId" clId="{F294E588-3629-4F05-9E1C-97E3CFEDDEDE}" dt="2026-10-15T15:00:59.515" v="269"/>
        <pc:sldMkLst>
          <pc:docMk/>
          <pc:sldMk cId="1434662839" sldId="2147483189"/>
        </pc:sldMkLst>
      </pc:sldChg>
      <pc:sldChg chg="add del">
        <pc:chgData name="Said Nikjou" userId="0e72ad4dff83fd88" providerId="LiveId" clId="{F294E588-3629-4F05-9E1C-97E3CFEDDEDE}" dt="2026-10-15T15:01:29.711" v="271"/>
        <pc:sldMkLst>
          <pc:docMk/>
          <pc:sldMk cId="2053349789" sldId="2147483190"/>
        </pc:sldMkLst>
      </pc:sldChg>
      <pc:sldChg chg="delSp modSp add mod">
        <pc:chgData name="Said Nikjou" userId="0e72ad4dff83fd88" providerId="LiveId" clId="{F294E588-3629-4F05-9E1C-97E3CFEDDEDE}" dt="2026-10-15T15:11:52.827" v="303" actId="6549"/>
        <pc:sldMkLst>
          <pc:docMk/>
          <pc:sldMk cId="3568244059" sldId="2147483191"/>
        </pc:sldMkLst>
        <pc:spChg chg="mod">
          <ac:chgData name="Said Nikjou" userId="0e72ad4dff83fd88" providerId="LiveId" clId="{F294E588-3629-4F05-9E1C-97E3CFEDDEDE}" dt="2026-10-15T15:11:00.974" v="293" actId="20577"/>
          <ac:spMkLst>
            <pc:docMk/>
            <pc:sldMk cId="3568244059" sldId="2147483191"/>
            <ac:spMk id="15" creationId="{BAAE2A05-E2AC-2FE8-E84D-C236462ECFE8}"/>
          </ac:spMkLst>
        </pc:spChg>
        <pc:spChg chg="mod">
          <ac:chgData name="Said Nikjou" userId="0e72ad4dff83fd88" providerId="LiveId" clId="{F294E588-3629-4F05-9E1C-97E3CFEDDEDE}" dt="2026-10-15T15:10:51.184" v="276" actId="21"/>
          <ac:spMkLst>
            <pc:docMk/>
            <pc:sldMk cId="3568244059" sldId="2147483191"/>
            <ac:spMk id="201" creationId="{00000000-0000-0000-0000-000000000000}"/>
          </ac:spMkLst>
        </pc:spChg>
        <pc:spChg chg="del">
          <ac:chgData name="Said Nikjou" userId="0e72ad4dff83fd88" providerId="LiveId" clId="{F294E588-3629-4F05-9E1C-97E3CFEDDEDE}" dt="2026-10-15T15:11:23.925" v="295" actId="478"/>
          <ac:spMkLst>
            <pc:docMk/>
            <pc:sldMk cId="3568244059" sldId="2147483191"/>
            <ac:spMk id="203" creationId="{00000000-0000-0000-0000-000000000000}"/>
          </ac:spMkLst>
        </pc:spChg>
        <pc:spChg chg="del">
          <ac:chgData name="Said Nikjou" userId="0e72ad4dff83fd88" providerId="LiveId" clId="{F294E588-3629-4F05-9E1C-97E3CFEDDEDE}" dt="2026-10-15T15:11:20.746" v="294" actId="478"/>
          <ac:spMkLst>
            <pc:docMk/>
            <pc:sldMk cId="3568244059" sldId="2147483191"/>
            <ac:spMk id="204" creationId="{00000000-0000-0000-0000-000000000000}"/>
          </ac:spMkLst>
        </pc:spChg>
        <pc:spChg chg="mod">
          <ac:chgData name="Said Nikjou" userId="0e72ad4dff83fd88" providerId="LiveId" clId="{F294E588-3629-4F05-9E1C-97E3CFEDDEDE}" dt="2026-10-15T15:11:32.705" v="296" actId="6549"/>
          <ac:spMkLst>
            <pc:docMk/>
            <pc:sldMk cId="3568244059" sldId="2147483191"/>
            <ac:spMk id="207" creationId="{00000000-0000-0000-0000-000000000000}"/>
          </ac:spMkLst>
        </pc:spChg>
        <pc:spChg chg="mod">
          <ac:chgData name="Said Nikjou" userId="0e72ad4dff83fd88" providerId="LiveId" clId="{F294E588-3629-4F05-9E1C-97E3CFEDDEDE}" dt="2026-10-15T15:11:39.376" v="298" actId="5793"/>
          <ac:spMkLst>
            <pc:docMk/>
            <pc:sldMk cId="3568244059" sldId="2147483191"/>
            <ac:spMk id="209" creationId="{00000000-0000-0000-0000-000000000000}"/>
          </ac:spMkLst>
        </pc:spChg>
        <pc:spChg chg="mod">
          <ac:chgData name="Said Nikjou" userId="0e72ad4dff83fd88" providerId="LiveId" clId="{F294E588-3629-4F05-9E1C-97E3CFEDDEDE}" dt="2026-10-15T15:11:47.064" v="302" actId="20577"/>
          <ac:spMkLst>
            <pc:docMk/>
            <pc:sldMk cId="3568244059" sldId="2147483191"/>
            <ac:spMk id="211" creationId="{00000000-0000-0000-0000-000000000000}"/>
          </ac:spMkLst>
        </pc:spChg>
        <pc:spChg chg="mod">
          <ac:chgData name="Said Nikjou" userId="0e72ad4dff83fd88" providerId="LiveId" clId="{F294E588-3629-4F05-9E1C-97E3CFEDDEDE}" dt="2026-10-15T15:11:52.827" v="303" actId="6549"/>
          <ac:spMkLst>
            <pc:docMk/>
            <pc:sldMk cId="3568244059" sldId="2147483191"/>
            <ac:spMk id="21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F85E6A-5FCA-4F5B-8EE1-339BCE75DE78}" type="datetimeFigureOut">
              <a:rPr lang="en-GB" smtClean="0"/>
              <a:t>15/10/2026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57C495-013D-4854-8D7F-F63E39152D26}" type="slidenum">
              <a:rPr lang="en-GB" smtClean="0"/>
              <a:t>‹#›</a:t>
            </a:fld>
            <a:endParaRPr lang="en-GB"/>
          </a:p>
        </p:txBody>
      </p:sp>
    </p:spTree>
    <p:extLst>
      <p:ext uri="{BB962C8B-B14F-4D97-AF65-F5344CB8AC3E}">
        <p14:creationId xmlns:p14="http://schemas.microsoft.com/office/powerpoint/2010/main" val="41778214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00AF9-7D11-C7A7-65F2-6062D701D3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0D23FE-875C-031E-5C1C-A0228CE2B9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6386FD-02FC-B2A1-0A8B-C48EABAF29A5}"/>
              </a:ext>
            </a:extLst>
          </p:cNvPr>
          <p:cNvSpPr>
            <a:spLocks noGrp="1"/>
          </p:cNvSpPr>
          <p:nvPr>
            <p:ph type="body" idx="1"/>
          </p:nvPr>
        </p:nvSpPr>
        <p:spPr/>
        <p:txBody>
          <a:bodyPr/>
          <a:lstStyle/>
          <a:p>
            <a:endParaRPr lang="en-GB"/>
          </a:p>
        </p:txBody>
      </p:sp>
      <p:sp>
        <p:nvSpPr>
          <p:cNvPr id="4" name="Header Placeholder 3">
            <a:extLst>
              <a:ext uri="{FF2B5EF4-FFF2-40B4-BE49-F238E27FC236}">
                <a16:creationId xmlns:a16="http://schemas.microsoft.com/office/drawing/2014/main" id="{0F1DE9C3-7F8F-46FB-0329-5B2539C47D1C}"/>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a:extLst>
              <a:ext uri="{FF2B5EF4-FFF2-40B4-BE49-F238E27FC236}">
                <a16:creationId xmlns:a16="http://schemas.microsoft.com/office/drawing/2014/main" id="{90A62228-A638-71D1-0A99-C6695AD427D3}"/>
              </a:ext>
            </a:extLst>
          </p:cNvPr>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Aptos" panose="02110004020202020204"/>
                <a:ea typeface="Segoe UI" pitchFamily="34" charset="0"/>
                <a:cs typeface="+mn-cs"/>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DCE456CB-0FBB-93A4-E14C-F86D84D39378}"/>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E1ACAC-9355-415D-9B94-950A2C119927}" type="datetime8">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10/15/2026 8:35 AM</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lide Number Placeholder 6">
            <a:extLst>
              <a:ext uri="{FF2B5EF4-FFF2-40B4-BE49-F238E27FC236}">
                <a16:creationId xmlns:a16="http://schemas.microsoft.com/office/drawing/2014/main" id="{B460692C-DC29-CA3D-6BB9-39FDE2D39F3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23236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fontAlgn="base">
              <a:lnSpc>
                <a:spcPct val="107000"/>
              </a:lnSpc>
              <a:spcBef>
                <a:spcPts val="0"/>
              </a:spcBef>
              <a:spcAft>
                <a:spcPts val="0"/>
              </a:spcAft>
              <a:buFont typeface="Symbol" panose="05050102010706020507" pitchFamily="18" charset="2"/>
              <a:buChar cha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501081-E19D-419D-B0AB-F3E6317950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7881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83211" marR="0" lvl="0" indent="0" algn="l" defTabSz="93283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8000082-733C-7745-B6B2-DEBD02307451}" type="datetime8">
              <a:rPr kumimoji="0" lang="en-CA"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2026-10-15 8:35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702877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R="0" lvl="0">
              <a:spcBef>
                <a:spcPts val="0"/>
              </a:spcBef>
              <a:spcAft>
                <a:spcPts val="0"/>
              </a:spcAft>
            </a:pP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3501081-E19D-419D-B0AB-F3E63179501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86410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83211" marR="0" lvl="0" indent="0" algn="l" defTabSz="932831"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98000082-733C-7745-B6B2-DEBD02307451}" type="datetime8">
              <a:rPr kumimoji="0" lang="en-CA"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2026-10-15 10:01 AM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7028771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Master" Target="../slideMasters/slideMaster1.xml"/><Relationship Id="rId5" Type="http://schemas.openxmlformats.org/officeDocument/2006/relationships/image" Target="../media/image16.jpeg"/><Relationship Id="rId4" Type="http://schemas.openxmlformats.org/officeDocument/2006/relationships/image" Target="../media/image15.jpeg"/></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18.png"/></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7.jpe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Master" Target="../slideMasters/slideMaster2.xml"/><Relationship Id="rId4" Type="http://schemas.openxmlformats.org/officeDocument/2006/relationships/image" Target="../media/image31.jpe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jpeg"/><Relationship Id="rId1" Type="http://schemas.openxmlformats.org/officeDocument/2006/relationships/slideMaster" Target="../slideMasters/slideMaster2.xml"/><Relationship Id="rId4" Type="http://schemas.openxmlformats.org/officeDocument/2006/relationships/image" Target="../media/image5.emf"/></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Master" Target="../slideMasters/slideMaster3.xml"/><Relationship Id="rId4" Type="http://schemas.openxmlformats.org/officeDocument/2006/relationships/image" Target="../media/image38.svg"/></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jpeg"/><Relationship Id="rId1" Type="http://schemas.openxmlformats.org/officeDocument/2006/relationships/slideMaster" Target="../slideMasters/slideMaster3.xml"/><Relationship Id="rId4" Type="http://schemas.openxmlformats.org/officeDocument/2006/relationships/slide" Target="../slides/slide1.xml"/></Relationships>
</file>

<file path=ppt/slideLayouts/_rels/slideLayout7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3.png"/><Relationship Id="rId1" Type="http://schemas.openxmlformats.org/officeDocument/2006/relationships/slideMaster" Target="../slideMasters/slideMaster3.xml"/><Relationship Id="rId5" Type="http://schemas.openxmlformats.org/officeDocument/2006/relationships/slide" Target="../slides/slide1.xml"/><Relationship Id="rId4" Type="http://schemas.openxmlformats.org/officeDocument/2006/relationships/image" Target="../media/image42.svg"/></Relationships>
</file>

<file path=ppt/slideLayouts/_rels/slideLayout7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3.png"/><Relationship Id="rId1" Type="http://schemas.openxmlformats.org/officeDocument/2006/relationships/slideMaster" Target="../slideMasters/slideMaster3.xml"/><Relationship Id="rId5" Type="http://schemas.openxmlformats.org/officeDocument/2006/relationships/slide" Target="../slides/slide1.xml"/><Relationship Id="rId4" Type="http://schemas.openxmlformats.org/officeDocument/2006/relationships/image" Target="../media/image42.svg"/></Relationships>
</file>

<file path=ppt/slideLayouts/_rels/slideLayout8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4.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3.png"/><Relationship Id="rId1" Type="http://schemas.openxmlformats.org/officeDocument/2006/relationships/slideMaster" Target="../slideMasters/slideMaster3.xml"/><Relationship Id="rId5" Type="http://schemas.openxmlformats.org/officeDocument/2006/relationships/slide" Target="../slides/slide1.xml"/><Relationship Id="rId4" Type="http://schemas.openxmlformats.org/officeDocument/2006/relationships/image" Target="../media/image42.svg"/></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4.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4.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3.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3.png"/><Relationship Id="rId1" Type="http://schemas.openxmlformats.org/officeDocument/2006/relationships/slideMaster" Target="../slideMasters/slideMaster3.xml"/><Relationship Id="rId5" Type="http://schemas.openxmlformats.org/officeDocument/2006/relationships/slide" Target="../slides/slide1.xml"/><Relationship Id="rId4" Type="http://schemas.openxmlformats.org/officeDocument/2006/relationships/image" Target="../media/image42.svg"/></Relationships>
</file>

<file path=ppt/slideLayouts/_rels/slideLayout93.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49.png"/><Relationship Id="rId1" Type="http://schemas.openxmlformats.org/officeDocument/2006/relationships/slideMaster" Target="../slideMasters/slideMaster3.xml"/><Relationship Id="rId5" Type="http://schemas.openxmlformats.org/officeDocument/2006/relationships/slide" Target="../slides/slide1.xml"/><Relationship Id="rId4" Type="http://schemas.openxmlformats.org/officeDocument/2006/relationships/image" Target="../media/image42.svg"/></Relationships>
</file>

<file path=ppt/slideLayouts/_rels/slideLayout94.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49.png"/><Relationship Id="rId1" Type="http://schemas.openxmlformats.org/officeDocument/2006/relationships/slideMaster" Target="../slideMasters/slideMaster3.xml"/><Relationship Id="rId5" Type="http://schemas.openxmlformats.org/officeDocument/2006/relationships/slide" Target="../slides/slide1.xml"/><Relationship Id="rId4" Type="http://schemas.openxmlformats.org/officeDocument/2006/relationships/image" Target="../media/image42.svg"/></Relationships>
</file>

<file path=ppt/slideLayouts/_rels/slideLayout95.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4.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4.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44.png"/><Relationship Id="rId1" Type="http://schemas.openxmlformats.org/officeDocument/2006/relationships/slideMaster" Target="../slideMasters/slideMaster3.xml"/><Relationship Id="rId5" Type="http://schemas.openxmlformats.org/officeDocument/2006/relationships/slide" Target="../slides/slide1.xml"/><Relationship Id="rId4" Type="http://schemas.openxmlformats.org/officeDocument/2006/relationships/image" Target="../media/image42.svg"/></Relationships>
</file>

<file path=ppt/slideLayouts/_rels/slideLayout98.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image" Target="../media/image42.sv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image" Target="../media/image42.sv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image" Target="../media/image42.sv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image" Target="../media/image42.sv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51.jpe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51.jpe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23120653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8" name="MS logo white - EMF">
            <a:extLst>
              <a:ext uri="{FF2B5EF4-FFF2-40B4-BE49-F238E27FC236}">
                <a16:creationId xmlns:a16="http://schemas.microsoft.com/office/drawing/2014/main" id="{471B0439-A29A-4B8A-B1F5-6C679A05A62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black">
          <a:xfrm>
            <a:off x="288117" y="279110"/>
            <a:ext cx="2464950" cy="905964"/>
          </a:xfrm>
          <a:prstGeom prst="rect">
            <a:avLst/>
          </a:prstGeom>
        </p:spPr>
      </p:pic>
    </p:spTree>
    <p:extLst>
      <p:ext uri="{BB962C8B-B14F-4D97-AF65-F5344CB8AC3E}">
        <p14:creationId xmlns:p14="http://schemas.microsoft.com/office/powerpoint/2010/main" val="39334878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8" name="MS logo white - EMF">
            <a:extLst>
              <a:ext uri="{FF2B5EF4-FFF2-40B4-BE49-F238E27FC236}">
                <a16:creationId xmlns:a16="http://schemas.microsoft.com/office/drawing/2014/main" id="{471B0439-A29A-4B8A-B1F5-6C679A05A62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black">
          <a:xfrm>
            <a:off x="288117" y="279110"/>
            <a:ext cx="2464950" cy="905964"/>
          </a:xfrm>
          <a:prstGeom prst="rect">
            <a:avLst/>
          </a:prstGeom>
        </p:spPr>
      </p:pic>
    </p:spTree>
    <p:extLst>
      <p:ext uri="{BB962C8B-B14F-4D97-AF65-F5344CB8AC3E}">
        <p14:creationId xmlns:p14="http://schemas.microsoft.com/office/powerpoint/2010/main" val="86896667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3">
    <p:bg>
      <p:bgRef idx="1001">
        <a:schemeClr val="bg2"/>
      </p:bgRef>
    </p:bg>
    <p:spTree>
      <p:nvGrpSpPr>
        <p:cNvPr id="1" name=""/>
        <p:cNvGrpSpPr/>
        <p:nvPr/>
      </p:nvGrpSpPr>
      <p:grpSpPr>
        <a:xfrm>
          <a:off x="0" y="0"/>
          <a:ext cx="0" cy="0"/>
          <a:chOff x="0" y="0"/>
          <a:chExt cx="0" cy="0"/>
        </a:xfrm>
      </p:grpSpPr>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257571036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Slide 4">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8" name="MS logo white - EMF">
            <a:extLst>
              <a:ext uri="{FF2B5EF4-FFF2-40B4-BE49-F238E27FC236}">
                <a16:creationId xmlns:a16="http://schemas.microsoft.com/office/drawing/2014/main" id="{471B0439-A29A-4B8A-B1F5-6C679A05A62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black">
          <a:xfrm>
            <a:off x="288117" y="279110"/>
            <a:ext cx="2464950" cy="905964"/>
          </a:xfrm>
          <a:prstGeom prst="rect">
            <a:avLst/>
          </a:prstGeom>
        </p:spPr>
      </p:pic>
    </p:spTree>
    <p:extLst>
      <p:ext uri="{BB962C8B-B14F-4D97-AF65-F5344CB8AC3E}">
        <p14:creationId xmlns:p14="http://schemas.microsoft.com/office/powerpoint/2010/main" val="2406506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4">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rgbClr val="50E6FF"/>
                </a:solidFill>
                <a:latin typeface="+mj-lt"/>
                <a:cs typeface="Segoe UI" panose="020B0502040204020203" pitchFamily="34" charset="0"/>
              </a:defRPr>
            </a:lvl1pPr>
          </a:lstStyle>
          <a:p>
            <a:r>
              <a:rPr lang="en-US"/>
              <a:t>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8" name="MS logo white - EMF">
            <a:extLst>
              <a:ext uri="{FF2B5EF4-FFF2-40B4-BE49-F238E27FC236}">
                <a16:creationId xmlns:a16="http://schemas.microsoft.com/office/drawing/2014/main" id="{471B0439-A29A-4B8A-B1F5-6C679A05A62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black">
          <a:xfrm>
            <a:off x="288117" y="279110"/>
            <a:ext cx="2464950" cy="905964"/>
          </a:xfrm>
          <a:prstGeom prst="rect">
            <a:avLst/>
          </a:prstGeom>
        </p:spPr>
      </p:pic>
    </p:spTree>
    <p:extLst>
      <p:ext uri="{BB962C8B-B14F-4D97-AF65-F5344CB8AC3E}">
        <p14:creationId xmlns:p14="http://schemas.microsoft.com/office/powerpoint/2010/main" val="27535307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5">
    <p:bg>
      <p:bgRef idx="1001">
        <a:schemeClr val="bg1"/>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25789886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413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6129967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905034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527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527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382651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4172787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6592194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Only">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199382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Only">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D88A8B-7381-2287-CF94-E2B0F2018AA5}"/>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4234619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23DB3A-52AD-5804-E6F5-4DE010B8448A}"/>
              </a:ext>
            </a:extLst>
          </p:cNvPr>
          <p:cNvPicPr>
            <a:picLocks noChangeAspect="1"/>
          </p:cNvPicPr>
          <p:nvPr userDrawn="1"/>
        </p:nvPicPr>
        <p:blipFill rotWithShape="1">
          <a:blip r:embed="rId3" cstate="screen">
            <a:alphaModFix amt="46000"/>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0986412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23098978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024869798"/>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04512796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96526"/>
            <a:ext cx="4163125" cy="3272512"/>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10312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404976073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a:t>Speaker name</a:t>
            </a:r>
          </a:p>
        </p:txBody>
      </p:sp>
    </p:spTree>
    <p:extLst>
      <p:ext uri="{BB962C8B-B14F-4D97-AF65-F5344CB8AC3E}">
        <p14:creationId xmlns:p14="http://schemas.microsoft.com/office/powerpoint/2010/main" val="28429738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a:t>Speaker name</a:t>
            </a:r>
          </a:p>
        </p:txBody>
      </p:sp>
    </p:spTree>
    <p:extLst>
      <p:ext uri="{BB962C8B-B14F-4D97-AF65-F5344CB8AC3E}">
        <p14:creationId xmlns:p14="http://schemas.microsoft.com/office/powerpoint/2010/main" val="1182559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emo slide 3">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gradFill>
                  <a:gsLst>
                    <a:gs pos="0">
                      <a:schemeClr val="tx1"/>
                    </a:gs>
                    <a:gs pos="100000">
                      <a:schemeClr val="tx1"/>
                    </a:gs>
                  </a:gsLst>
                  <a:lin ang="5400000" scaled="0"/>
                </a:gradFill>
                <a:latin typeface="+mn-lt"/>
              </a:defRPr>
            </a:lvl1pPr>
          </a:lstStyle>
          <a:p>
            <a:pPr lvl="0"/>
            <a:r>
              <a:rPr lang="en-US"/>
              <a:t>Speaker name</a:t>
            </a:r>
          </a:p>
        </p:txBody>
      </p:sp>
    </p:spTree>
    <p:extLst>
      <p:ext uri="{BB962C8B-B14F-4D97-AF65-F5344CB8AC3E}">
        <p14:creationId xmlns:p14="http://schemas.microsoft.com/office/powerpoint/2010/main" val="18263013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3199914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rgbClr val="50E6FF"/>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5267342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Title 3">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219104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884BDD-4AB3-430E-9F5B-1F69E02C4062}"/>
              </a:ext>
            </a:extLst>
          </p:cNvPr>
          <p:cNvSpPr txBox="1"/>
          <p:nvPr userDrawn="1"/>
        </p:nvSpPr>
        <p:spPr>
          <a:xfrm>
            <a:off x="833428" y="850098"/>
            <a:ext cx="3047411" cy="591956"/>
          </a:xfrm>
          <a:prstGeom prst="rect">
            <a:avLst/>
          </a:prstGeom>
          <a:solidFill>
            <a:srgbClr val="FFFFFF"/>
          </a:solidFill>
        </p:spPr>
        <p:txBody>
          <a:bodyPr wrap="square" lIns="91440" tIns="91440" rIns="91440" bIns="91440" rtlCol="0">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3000" b="0" i="0" u="none" strike="noStrike" kern="0" cap="none" spc="-60" normalizeH="0" baseline="0" noProof="0">
                <a:ln>
                  <a:noFill/>
                </a:ln>
                <a:solidFill>
                  <a:srgbClr val="5655B9"/>
                </a:solidFill>
                <a:effectLst/>
                <a:uLnTx/>
                <a:uFillTx/>
              </a:rPr>
              <a:t>Micro</a:t>
            </a:r>
            <a:r>
              <a:rPr kumimoji="0" lang="en-US" sz="3000" b="0" i="0" u="none" strike="noStrike" kern="0" cap="none" spc="-160" normalizeH="0" baseline="0" noProof="0">
                <a:ln>
                  <a:noFill/>
                </a:ln>
                <a:solidFill>
                  <a:srgbClr val="5655B9"/>
                </a:solidFill>
                <a:effectLst/>
                <a:uLnTx/>
                <a:uFillTx/>
              </a:rPr>
              <a:t>soft</a:t>
            </a:r>
            <a:r>
              <a:rPr kumimoji="0" lang="en-US" sz="3000" b="0" i="0" u="none" strike="noStrike" kern="0" cap="none" spc="-130" normalizeH="0" baseline="0" noProof="0">
                <a:ln>
                  <a:noFill/>
                </a:ln>
                <a:solidFill>
                  <a:srgbClr val="5655B9"/>
                </a:solidFill>
                <a:effectLst/>
                <a:uLnTx/>
                <a:uFillTx/>
              </a:rPr>
              <a:t> </a:t>
            </a:r>
            <a:r>
              <a:rPr kumimoji="0" lang="en-US" sz="3000" b="0" i="0" u="none" strike="noStrike" kern="0" cap="none" spc="-160" normalizeH="0" baseline="0" noProof="0">
                <a:ln>
                  <a:noFill/>
                </a:ln>
                <a:solidFill>
                  <a:srgbClr val="5655B9"/>
                </a:solidFill>
                <a:effectLst/>
                <a:uLnTx/>
                <a:uFillTx/>
              </a:rPr>
              <a:t>Teams</a:t>
            </a:r>
          </a:p>
        </p:txBody>
      </p:sp>
      <p:pic>
        <p:nvPicPr>
          <p:cNvPr id="3" name="Picture 2" descr="Graphical user interface&#10;&#10;Description automatically generated">
            <a:extLst>
              <a:ext uri="{FF2B5EF4-FFF2-40B4-BE49-F238E27FC236}">
                <a16:creationId xmlns:a16="http://schemas.microsoft.com/office/drawing/2014/main" id="{8D865BC8-38A4-4E52-9679-871AE871783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285994" y="857"/>
            <a:ext cx="6906006" cy="6857143"/>
          </a:xfrm>
          <a:prstGeom prst="rect">
            <a:avLst/>
          </a:prstGeom>
        </p:spPr>
      </p:pic>
    </p:spTree>
    <p:extLst>
      <p:ext uri="{BB962C8B-B14F-4D97-AF65-F5344CB8AC3E}">
        <p14:creationId xmlns:p14="http://schemas.microsoft.com/office/powerpoint/2010/main" val="166369832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695224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497376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3">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583779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 4">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569862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27901834"/>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1"/>
      </p:bgRef>
    </p:bg>
    <p:spTree>
      <p:nvGrpSpPr>
        <p:cNvPr id="1" name=""/>
        <p:cNvGrpSpPr/>
        <p:nvPr/>
      </p:nvGrpSpPr>
      <p:grpSpPr>
        <a:xfrm>
          <a:off x="0" y="0"/>
          <a:ext cx="0" cy="0"/>
          <a:chOff x="0" y="0"/>
          <a:chExt cx="0" cy="0"/>
        </a:xfrm>
      </p:grpSpPr>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spTree>
    <p:extLst>
      <p:ext uri="{BB962C8B-B14F-4D97-AF65-F5344CB8AC3E}">
        <p14:creationId xmlns:p14="http://schemas.microsoft.com/office/powerpoint/2010/main" val="402260589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losing logo slide 2">
    <p:bg>
      <p:bgRef idx="1001">
        <a:schemeClr val="bg2"/>
      </p:bgRef>
    </p:bg>
    <p:spTree>
      <p:nvGrpSpPr>
        <p:cNvPr id="1" name=""/>
        <p:cNvGrpSpPr/>
        <p:nvPr/>
      </p:nvGrpSpPr>
      <p:grpSpPr>
        <a:xfrm>
          <a:off x="0" y="0"/>
          <a:ext cx="0" cy="0"/>
          <a:chOff x="0" y="0"/>
          <a:chExt cx="0" cy="0"/>
        </a:xfrm>
      </p:grpSpPr>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spTree>
    <p:extLst>
      <p:ext uri="{BB962C8B-B14F-4D97-AF65-F5344CB8AC3E}">
        <p14:creationId xmlns:p14="http://schemas.microsoft.com/office/powerpoint/2010/main" val="339516482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9929654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Blank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EF118-84BD-4110-8103-4280801400C7}"/>
              </a:ext>
            </a:extLst>
          </p:cNvPr>
          <p:cNvSpPr>
            <a:spLocks noGrp="1"/>
          </p:cNvSpPr>
          <p:nvPr>
            <p:ph type="title"/>
          </p:nvPr>
        </p:nvSpPr>
        <p:spPr>
          <a:xfrm>
            <a:off x="7185025" y="2711302"/>
            <a:ext cx="4713288" cy="553998"/>
          </a:xfrm>
        </p:spPr>
        <p:txBody>
          <a:bodyPr/>
          <a:lstStyle/>
          <a:p>
            <a:r>
              <a:rPr lang="en-US"/>
              <a:t>Click to edit Master title style</a:t>
            </a:r>
          </a:p>
        </p:txBody>
      </p:sp>
      <p:sp>
        <p:nvSpPr>
          <p:cNvPr id="4" name="Picture Placeholder 3">
            <a:extLst>
              <a:ext uri="{FF2B5EF4-FFF2-40B4-BE49-F238E27FC236}">
                <a16:creationId xmlns:a16="http://schemas.microsoft.com/office/drawing/2014/main" id="{2AB74659-1A48-45B1-A101-833C4A17C46A}"/>
              </a:ext>
            </a:extLst>
          </p:cNvPr>
          <p:cNvSpPr>
            <a:spLocks noGrp="1"/>
          </p:cNvSpPr>
          <p:nvPr>
            <p:ph type="pic" sz="quarter" idx="10"/>
          </p:nvPr>
        </p:nvSpPr>
        <p:spPr>
          <a:xfrm>
            <a:off x="644894" y="585788"/>
            <a:ext cx="5597156" cy="5683250"/>
          </a:xfrm>
        </p:spPr>
        <p:txBody>
          <a:bodyPr/>
          <a:lstStyle/>
          <a:p>
            <a:endParaRPr lang="en-US"/>
          </a:p>
        </p:txBody>
      </p:sp>
      <p:sp>
        <p:nvSpPr>
          <p:cNvPr id="5" name="Rectangle: Rounded Corners 4">
            <a:extLst>
              <a:ext uri="{FF2B5EF4-FFF2-40B4-BE49-F238E27FC236}">
                <a16:creationId xmlns:a16="http://schemas.microsoft.com/office/drawing/2014/main" id="{AA298AB0-1D86-45D6-AE57-8B54BAD115C8}"/>
              </a:ext>
            </a:extLst>
          </p:cNvPr>
          <p:cNvSpPr/>
          <p:nvPr userDrawn="1"/>
        </p:nvSpPr>
        <p:spPr bwMode="auto">
          <a:xfrm>
            <a:off x="7115433" y="2495107"/>
            <a:ext cx="4852471" cy="49618"/>
          </a:xfrm>
          <a:prstGeom prst="roundRect">
            <a:avLst>
              <a:gd name="adj" fmla="val 50000"/>
            </a:avLst>
          </a:prstGeom>
          <a:gradFill>
            <a:gsLst>
              <a:gs pos="100000">
                <a:srgbClr val="D59DFF"/>
              </a:gs>
              <a:gs pos="0">
                <a:srgbClr val="50E6FF"/>
              </a:gs>
            </a:gsLst>
            <a:lin ang="27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579408086"/>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500"/>
                                        <p:tgtEl>
                                          <p:spTgt spid="5"/>
                                        </p:tgtEl>
                                      </p:cBhvr>
                                    </p:animEffect>
                                  </p:childTnLst>
                                </p:cTn>
                              </p:par>
                              <p:par>
                                <p:cTn id="8" presetID="10" presetClass="entr" presetSubtype="0" fill="hold" grpId="0" nodeType="withEffect">
                                  <p:stCondLst>
                                    <p:cond delay="1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42" presetClass="path" presetSubtype="0" decel="100000" fill="hold" grpId="1" nodeType="withEffect">
                                  <p:stCondLst>
                                    <p:cond delay="100"/>
                                  </p:stCondLst>
                                  <p:childTnLst>
                                    <p:animMotion origin="layout" path="M 4.16667E-6 3.7037E-7 L 4.16667E-6 0.03472 " pathEditMode="relative" rAng="0" ptsTypes="AA">
                                      <p:cBhvr>
                                        <p:cTn id="12" dur="750" spd="-100000" fill="hold"/>
                                        <p:tgtEl>
                                          <p:spTgt spid="2"/>
                                        </p:tgtEl>
                                        <p:attrNameLst>
                                          <p:attrName>ppt_x</p:attrName>
                                          <p:attrName>ppt_y</p:attrName>
                                        </p:attrNameLst>
                                      </p:cBhvr>
                                      <p:rCtr x="0" y="17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5" grpId="0" animBg="1"/>
    </p:bldLst>
  </p:timing>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5EE52-9F3D-4E15-83E2-689B1DA74EEC}"/>
              </a:ext>
            </a:extLst>
          </p:cNvPr>
          <p:cNvSpPr>
            <a:spLocks noGrp="1"/>
          </p:cNvSpPr>
          <p:nvPr>
            <p:ph type="title"/>
          </p:nvPr>
        </p:nvSpPr>
        <p:spPr>
          <a:xfrm>
            <a:off x="541958" y="316355"/>
            <a:ext cx="11108084" cy="65836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B59E2774-27F8-41B7-9628-BA892D48E261}"/>
              </a:ext>
            </a:extLst>
          </p:cNvPr>
          <p:cNvSpPr>
            <a:spLocks noGrp="1"/>
          </p:cNvSpPr>
          <p:nvPr>
            <p:ph idx="1"/>
          </p:nvPr>
        </p:nvSpPr>
        <p:spPr>
          <a:xfrm>
            <a:off x="541958" y="974722"/>
            <a:ext cx="11108084" cy="5117307"/>
          </a:xfrm>
          <a:prstGeom prst="rect">
            <a:avLst/>
          </a:prstGeom>
        </p:spPr>
        <p:txBody>
          <a:bodyPr lIns="0" tIns="91440" rIns="0" bIns="91440"/>
          <a:lstStyle>
            <a:lvl1pPr marL="177800" indent="-177800">
              <a:lnSpc>
                <a:spcPct val="100000"/>
              </a:lnSpc>
              <a:spcBef>
                <a:spcPts val="400"/>
              </a:spcBef>
              <a:spcAft>
                <a:spcPts val="400"/>
              </a:spcAft>
              <a:defRPr sz="1200">
                <a:latin typeface="Segoe UI Semilight" panose="020B0402040204020203" pitchFamily="34" charset="0"/>
                <a:cs typeface="Segoe UI Semilight" panose="020B0402040204020203" pitchFamily="34" charset="0"/>
              </a:defRPr>
            </a:lvl1pPr>
            <a:lvl2pPr marL="406400" indent="-177800">
              <a:lnSpc>
                <a:spcPct val="100000"/>
              </a:lnSpc>
              <a:spcBef>
                <a:spcPts val="400"/>
              </a:spcBef>
              <a:spcAft>
                <a:spcPts val="400"/>
              </a:spcAft>
              <a:buFont typeface="Segoe UI Semilight" panose="020B0402040204020203" pitchFamily="34" charset="0"/>
              <a:buChar char="‑"/>
              <a:defRPr sz="1200">
                <a:latin typeface="Segoe UI Semilight" panose="020B0402040204020203" pitchFamily="34" charset="0"/>
                <a:cs typeface="Segoe UI Semilight" panose="020B0402040204020203" pitchFamily="34" charset="0"/>
              </a:defRPr>
            </a:lvl2pPr>
            <a:lvl3pPr marL="635000" indent="-177800">
              <a:lnSpc>
                <a:spcPct val="100000"/>
              </a:lnSpc>
              <a:spcBef>
                <a:spcPts val="400"/>
              </a:spcBef>
              <a:spcAft>
                <a:spcPts val="400"/>
              </a:spcAft>
              <a:buFont typeface="Courier New" panose="02070309020205020404" pitchFamily="49" charset="0"/>
              <a:buChar char="o"/>
              <a:defRPr sz="1200">
                <a:latin typeface="Segoe UI Semilight" panose="020B0402040204020203" pitchFamily="34" charset="0"/>
                <a:cs typeface="Segoe UI Semilight" panose="020B0402040204020203" pitchFamily="34" charset="0"/>
              </a:defRPr>
            </a:lvl3pPr>
            <a:lvl4pPr marL="863600" indent="-177800">
              <a:lnSpc>
                <a:spcPct val="100000"/>
              </a:lnSpc>
              <a:spcBef>
                <a:spcPts val="400"/>
              </a:spcBef>
              <a:spcAft>
                <a:spcPts val="400"/>
              </a:spcAft>
              <a:buFont typeface="Wingdings" panose="05000000000000000000" pitchFamily="2" charset="2"/>
              <a:buChar char="§"/>
              <a:defRPr sz="1200">
                <a:latin typeface="Segoe UI Semilight" panose="020B0402040204020203" pitchFamily="34" charset="0"/>
                <a:cs typeface="Segoe UI Semilight" panose="020B0402040204020203" pitchFamily="34" charset="0"/>
              </a:defRPr>
            </a:lvl4pPr>
            <a:lvl5pPr>
              <a:defRPr sz="1200">
                <a:latin typeface="Segoe UI Semilight" panose="020B0402040204020203" pitchFamily="34" charset="0"/>
                <a:cs typeface="Segoe UI Semilight" panose="020B04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2">
            <a:extLst>
              <a:ext uri="{FF2B5EF4-FFF2-40B4-BE49-F238E27FC236}">
                <a16:creationId xmlns:a16="http://schemas.microsoft.com/office/drawing/2014/main" id="{24DC2842-A293-4356-B98C-DB84EE48CF5C}"/>
              </a:ext>
            </a:extLst>
          </p:cNvPr>
          <p:cNvSpPr>
            <a:spLocks noGrp="1"/>
          </p:cNvSpPr>
          <p:nvPr>
            <p:ph idx="15"/>
          </p:nvPr>
        </p:nvSpPr>
        <p:spPr>
          <a:xfrm>
            <a:off x="541958" y="6356350"/>
            <a:ext cx="11108084" cy="365125"/>
          </a:xfrm>
          <a:prstGeom prst="rect">
            <a:avLst/>
          </a:prstGeom>
        </p:spPr>
        <p:txBody>
          <a:bodyPr lIns="0" tIns="91440" rIns="0" bIns="91440"/>
          <a:lstStyle>
            <a:lvl1pPr marL="0" indent="0">
              <a:lnSpc>
                <a:spcPct val="100000"/>
              </a:lnSpc>
              <a:spcBef>
                <a:spcPts val="400"/>
              </a:spcBef>
              <a:spcAft>
                <a:spcPts val="400"/>
              </a:spcAft>
              <a:buNone/>
              <a:defRPr sz="1200">
                <a:latin typeface="Segoe UI Semilight" panose="020B0402040204020203" pitchFamily="34" charset="0"/>
                <a:cs typeface="Segoe UI Semilight" panose="020B0402040204020203" pitchFamily="34" charset="0"/>
              </a:defRPr>
            </a:lvl1pPr>
            <a:lvl2pPr marL="406400" indent="-177800">
              <a:lnSpc>
                <a:spcPct val="100000"/>
              </a:lnSpc>
              <a:spcBef>
                <a:spcPts val="400"/>
              </a:spcBef>
              <a:spcAft>
                <a:spcPts val="400"/>
              </a:spcAft>
              <a:buFont typeface="Segoe UI Semilight" panose="020B0402040204020203" pitchFamily="34" charset="0"/>
              <a:buChar char="‑"/>
              <a:defRPr sz="1200">
                <a:latin typeface="Segoe UI Semilight" panose="020B0402040204020203" pitchFamily="34" charset="0"/>
                <a:cs typeface="Segoe UI Semilight" panose="020B0402040204020203" pitchFamily="34" charset="0"/>
              </a:defRPr>
            </a:lvl2pPr>
            <a:lvl3pPr marL="635000" indent="-177800">
              <a:lnSpc>
                <a:spcPct val="100000"/>
              </a:lnSpc>
              <a:spcBef>
                <a:spcPts val="400"/>
              </a:spcBef>
              <a:spcAft>
                <a:spcPts val="400"/>
              </a:spcAft>
              <a:buFont typeface="Courier New" panose="02070309020205020404" pitchFamily="49" charset="0"/>
              <a:buChar char="o"/>
              <a:defRPr sz="1200">
                <a:latin typeface="Segoe UI Semilight" panose="020B0402040204020203" pitchFamily="34" charset="0"/>
                <a:cs typeface="Segoe UI Semilight" panose="020B0402040204020203" pitchFamily="34" charset="0"/>
              </a:defRPr>
            </a:lvl3pPr>
            <a:lvl4pPr marL="863600" indent="-177800">
              <a:lnSpc>
                <a:spcPct val="100000"/>
              </a:lnSpc>
              <a:spcBef>
                <a:spcPts val="400"/>
              </a:spcBef>
              <a:spcAft>
                <a:spcPts val="400"/>
              </a:spcAft>
              <a:buFont typeface="Wingdings" panose="05000000000000000000" pitchFamily="2" charset="2"/>
              <a:buChar char="§"/>
              <a:defRPr sz="1200">
                <a:latin typeface="Segoe UI Semilight" panose="020B0402040204020203" pitchFamily="34" charset="0"/>
                <a:cs typeface="Segoe UI Semilight" panose="020B0402040204020203" pitchFamily="34" charset="0"/>
              </a:defRPr>
            </a:lvl4pPr>
            <a:lvl5pPr>
              <a:defRPr sz="1200">
                <a:latin typeface="Segoe UI Semilight" panose="020B0402040204020203" pitchFamily="34" charset="0"/>
                <a:cs typeface="Segoe UI Semilight" panose="020B0402040204020203" pitchFamily="34" charset="0"/>
              </a:defRPr>
            </a:lvl5pPr>
          </a:lstStyle>
          <a:p>
            <a:pPr lvl="0"/>
            <a:r>
              <a:rPr lang="en-US"/>
              <a:t>Click to edit Master text styles</a:t>
            </a:r>
          </a:p>
        </p:txBody>
      </p:sp>
      <p:sp>
        <p:nvSpPr>
          <p:cNvPr id="14" name="Text Placeholder 8">
            <a:extLst>
              <a:ext uri="{FF2B5EF4-FFF2-40B4-BE49-F238E27FC236}">
                <a16:creationId xmlns:a16="http://schemas.microsoft.com/office/drawing/2014/main" id="{F5D3196B-CF6C-4C8D-B90F-7C6015E9DC7A}"/>
              </a:ext>
            </a:extLst>
          </p:cNvPr>
          <p:cNvSpPr>
            <a:spLocks noGrp="1"/>
          </p:cNvSpPr>
          <p:nvPr>
            <p:ph type="body" sz="quarter" idx="16" hasCustomPrompt="1"/>
          </p:nvPr>
        </p:nvSpPr>
        <p:spPr>
          <a:xfrm>
            <a:off x="541958" y="67905"/>
            <a:ext cx="11109960" cy="246888"/>
          </a:xfrm>
          <a:prstGeom prst="rect">
            <a:avLst/>
          </a:prstGeom>
        </p:spPr>
        <p:txBody>
          <a:bodyPr lIns="0" rIns="0" anchor="ctr"/>
          <a:lstStyle>
            <a:lvl1pPr marL="0" indent="0">
              <a:buNone/>
              <a:defRPr sz="1400" spc="50" baseline="0">
                <a:solidFill>
                  <a:schemeClr val="tx2">
                    <a:lumMod val="20000"/>
                    <a:lumOff val="80000"/>
                  </a:schemeClr>
                </a:solidFill>
                <a:latin typeface="Segoe UI" panose="020B0502040204020203" pitchFamily="34" charset="0"/>
                <a:cs typeface="Segoe UI" panose="020B0502040204020203" pitchFamily="34" charset="0"/>
              </a:defRPr>
            </a:lvl1pPr>
            <a:lvl2pPr>
              <a:defRPr sz="1400">
                <a:latin typeface="Segoe UI Semilight" panose="020B0402040204020203" pitchFamily="34" charset="0"/>
                <a:cs typeface="Segoe UI Semilight" panose="020B0402040204020203" pitchFamily="34" charset="0"/>
              </a:defRPr>
            </a:lvl2pPr>
            <a:lvl3pPr>
              <a:defRPr sz="1400">
                <a:latin typeface="Segoe UI Semilight" panose="020B0402040204020203" pitchFamily="34" charset="0"/>
                <a:cs typeface="Segoe UI Semilight" panose="020B0402040204020203" pitchFamily="34" charset="0"/>
              </a:defRPr>
            </a:lvl3pPr>
            <a:lvl4pPr>
              <a:defRPr sz="1400">
                <a:latin typeface="Segoe UI Semilight" panose="020B0402040204020203" pitchFamily="34" charset="0"/>
                <a:cs typeface="Segoe UI Semilight" panose="020B0402040204020203" pitchFamily="34" charset="0"/>
              </a:defRPr>
            </a:lvl4pPr>
            <a:lvl5pPr>
              <a:defRPr sz="1400">
                <a:latin typeface="Segoe UI Semilight" panose="020B0402040204020203" pitchFamily="34" charset="0"/>
                <a:cs typeface="Segoe UI Semilight" panose="020B0402040204020203" pitchFamily="34" charset="0"/>
              </a:defRPr>
            </a:lvl5pPr>
          </a:lstStyle>
          <a:p>
            <a:r>
              <a:rPr lang="en-US" sz="1400">
                <a:solidFill>
                  <a:schemeClr val="accent3"/>
                </a:solidFill>
              </a:rPr>
              <a:t>Click to edit Master title style</a:t>
            </a:r>
          </a:p>
        </p:txBody>
      </p:sp>
    </p:spTree>
    <p:extLst>
      <p:ext uri="{BB962C8B-B14F-4D97-AF65-F5344CB8AC3E}">
        <p14:creationId xmlns:p14="http://schemas.microsoft.com/office/powerpoint/2010/main" val="300462329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BF0A2-4875-EF47-9E80-02BC53E6F1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B92C2E-1AA8-CDED-0A6C-E8373F279F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CA42FE-E57C-C23A-B663-0946AC76C3E5}"/>
              </a:ext>
            </a:extLst>
          </p:cNvPr>
          <p:cNvSpPr>
            <a:spLocks noGrp="1"/>
          </p:cNvSpPr>
          <p:nvPr>
            <p:ph type="dt" sz="half" idx="10"/>
          </p:nvPr>
        </p:nvSpPr>
        <p:spPr/>
        <p:txBody>
          <a:bodyPr/>
          <a:lstStyle/>
          <a:p>
            <a:fld id="{A1DE324A-7E53-44B3-AF99-CC4139E43FF7}" type="datetimeFigureOut">
              <a:rPr lang="en-US" smtClean="0"/>
              <a:t>10/15/2026</a:t>
            </a:fld>
            <a:endParaRPr lang="en-US"/>
          </a:p>
        </p:txBody>
      </p:sp>
      <p:sp>
        <p:nvSpPr>
          <p:cNvPr id="5" name="Footer Placeholder 4">
            <a:extLst>
              <a:ext uri="{FF2B5EF4-FFF2-40B4-BE49-F238E27FC236}">
                <a16:creationId xmlns:a16="http://schemas.microsoft.com/office/drawing/2014/main" id="{0FDAC047-3F68-5278-6EFD-BA61C9BF07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133A6F-F54F-D50C-16D7-06D5E212B089}"/>
              </a:ext>
            </a:extLst>
          </p:cNvPr>
          <p:cNvSpPr>
            <a:spLocks noGrp="1"/>
          </p:cNvSpPr>
          <p:nvPr>
            <p:ph type="sldNum" sz="quarter" idx="12"/>
          </p:nvPr>
        </p:nvSpPr>
        <p:spPr/>
        <p:txBody>
          <a:bodyPr/>
          <a:lstStyle/>
          <a:p>
            <a:fld id="{C3A331E0-7C9C-42F2-852F-12436D6EE757}" type="slidenum">
              <a:rPr lang="en-US" smtClean="0"/>
              <a:t>‹#›</a:t>
            </a:fld>
            <a:endParaRPr lang="en-US"/>
          </a:p>
        </p:txBody>
      </p:sp>
    </p:spTree>
    <p:extLst>
      <p:ext uri="{BB962C8B-B14F-4D97-AF65-F5344CB8AC3E}">
        <p14:creationId xmlns:p14="http://schemas.microsoft.com/office/powerpoint/2010/main" val="234856672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4_Title Only">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4DB660C8-FCFE-8CB6-A08E-975F87F66C4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FA57C656-3E5F-8959-00F8-286B44FD1D70}"/>
              </a:ext>
            </a:extLst>
          </p:cNvPr>
          <p:cNvSpPr/>
          <p:nvPr/>
        </p:nvSpPr>
        <p:spPr bwMode="auto">
          <a:xfrm>
            <a:off x="0" y="0"/>
            <a:ext cx="12296446" cy="6858000"/>
          </a:xfrm>
          <a:prstGeom prst="rect">
            <a:avLst/>
          </a:prstGeom>
          <a:gradFill>
            <a:gsLst>
              <a:gs pos="0">
                <a:schemeClr val="bg1"/>
              </a:gs>
              <a:gs pos="38000">
                <a:schemeClr val="bg1">
                  <a:alpha val="0"/>
                </a:schemeClr>
              </a:gs>
            </a:gsLst>
            <a:lin ang="2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5" name="Title 6">
            <a:extLst>
              <a:ext uri="{FF2B5EF4-FFF2-40B4-BE49-F238E27FC236}">
                <a16:creationId xmlns:a16="http://schemas.microsoft.com/office/drawing/2014/main" id="{51C9B6F3-E735-840E-3BE2-D2B3CC818C47}"/>
              </a:ext>
            </a:extLst>
          </p:cNvPr>
          <p:cNvSpPr>
            <a:spLocks noGrp="1"/>
          </p:cNvSpPr>
          <p:nvPr>
            <p:ph type="title"/>
          </p:nvPr>
        </p:nvSpPr>
        <p:spPr>
          <a:xfrm>
            <a:off x="586892" y="443426"/>
            <a:ext cx="11018520" cy="430887"/>
          </a:xfrm>
        </p:spPr>
        <p:txBody>
          <a:bodyPr anchor="t" anchorCtr="0"/>
          <a:lstStyle/>
          <a:p>
            <a:r>
              <a:rPr lang="en-US"/>
              <a:t>Click to edit Master title style</a:t>
            </a:r>
          </a:p>
        </p:txBody>
      </p:sp>
      <p:sp>
        <p:nvSpPr>
          <p:cNvPr id="6" name="Text Placeholder 2">
            <a:extLst>
              <a:ext uri="{FF2B5EF4-FFF2-40B4-BE49-F238E27FC236}">
                <a16:creationId xmlns:a16="http://schemas.microsoft.com/office/drawing/2014/main" id="{DC5275CD-9BC7-D5C8-CFA6-C95A6628B7BE}"/>
              </a:ext>
            </a:extLst>
          </p:cNvPr>
          <p:cNvSpPr>
            <a:spLocks noGrp="1"/>
          </p:cNvSpPr>
          <p:nvPr>
            <p:ph type="body" sz="quarter" idx="11"/>
          </p:nvPr>
        </p:nvSpPr>
        <p:spPr>
          <a:xfrm>
            <a:off x="588176" y="968255"/>
            <a:ext cx="11018520" cy="276999"/>
          </a:xfrm>
        </p:spPr>
        <p:txBody>
          <a:bodyPr/>
          <a:lstStyle>
            <a:lvl1pPr marL="0" indent="0">
              <a:buNone/>
              <a:defRPr sz="1600"/>
            </a:lvl1pPr>
          </a:lstStyle>
          <a:p>
            <a:pPr lvl="0"/>
            <a:r>
              <a:rPr lang="en-US"/>
              <a:t>Click to edit Master text styles</a:t>
            </a:r>
          </a:p>
        </p:txBody>
      </p:sp>
    </p:spTree>
    <p:extLst>
      <p:ext uri="{BB962C8B-B14F-4D97-AF65-F5344CB8AC3E}">
        <p14:creationId xmlns:p14="http://schemas.microsoft.com/office/powerpoint/2010/main" val="587148738"/>
      </p:ext>
    </p:extLst>
  </p:cSld>
  <p:clrMapOvr>
    <a:masterClrMapping/>
  </p:clrMapOvr>
  <p:transition>
    <p:fade/>
  </p:transition>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Title Slide 3D">
    <p:bg>
      <p:bgPr>
        <a:solidFill>
          <a:srgbClr val="FFFFFF"/>
        </a:solidFill>
        <a:effectLst/>
      </p:bgPr>
    </p:bg>
    <p:spTree>
      <p:nvGrpSpPr>
        <p:cNvPr id="1" name=""/>
        <p:cNvGrpSpPr/>
        <p:nvPr/>
      </p:nvGrpSpPr>
      <p:grpSpPr>
        <a:xfrm>
          <a:off x="0" y="0"/>
          <a:ext cx="0" cy="0"/>
          <a:chOff x="0" y="0"/>
          <a:chExt cx="0" cy="0"/>
        </a:xfrm>
      </p:grpSpPr>
      <p:pic>
        <p:nvPicPr>
          <p:cNvPr id="2" name="Picture 1" descr="A close up of a lamp&#10;&#10;Description automatically generated with low confidence">
            <a:extLst>
              <a:ext uri="{FF2B5EF4-FFF2-40B4-BE49-F238E27FC236}">
                <a16:creationId xmlns:a16="http://schemas.microsoft.com/office/drawing/2014/main" id="{CBD13EF5-D687-F380-7398-5716F5D1943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9" name="Title 1"/>
          <p:cNvSpPr>
            <a:spLocks noGrp="1"/>
          </p:cNvSpPr>
          <p:nvPr>
            <p:ph type="title" hasCustomPrompt="1"/>
          </p:nvPr>
        </p:nvSpPr>
        <p:spPr>
          <a:xfrm>
            <a:off x="584200" y="2707803"/>
            <a:ext cx="5032829" cy="1046440"/>
          </a:xfrm>
          <a:noFill/>
        </p:spPr>
        <p:txBody>
          <a:bodyPr wrap="square" lIns="0" tIns="0" rIns="0" bIns="0" anchor="t" anchorCtr="0">
            <a:spAutoFit/>
          </a:bodyPr>
          <a:lstStyle>
            <a:lvl1pPr>
              <a:lnSpc>
                <a:spcPct val="85000"/>
              </a:lnSpc>
              <a:defRPr sz="4000" b="1" i="0" spc="-50" baseline="0">
                <a:solidFill>
                  <a:schemeClr val="bg1"/>
                </a:solidFill>
                <a:latin typeface="Segoe UI Semibold" panose="020B0502040204020203" pitchFamily="34" charset="0"/>
                <a:cs typeface="Segoe UI Semibold"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42571"/>
            <a:ext cx="5032829" cy="292388"/>
          </a:xfrm>
          <a:noFill/>
        </p:spPr>
        <p:txBody>
          <a:bodyPr wrap="square" lIns="0" tIns="0" rIns="0" bIns="0">
            <a:spAutoFit/>
          </a:bodyPr>
          <a:lstStyle>
            <a:lvl1pPr marL="0" indent="0">
              <a:lnSpc>
                <a:spcPct val="95000"/>
              </a:lnSpc>
              <a:spcBef>
                <a:spcPts val="0"/>
              </a:spcBef>
              <a:buNone/>
              <a:defRPr sz="2000" b="0" i="0" spc="0" baseline="0">
                <a:solidFill>
                  <a:schemeClr val="bg1"/>
                </a:solidFill>
                <a:latin typeface="Segoe UI Light" panose="020B0502040204020203" pitchFamily="34" charset="0"/>
                <a:cs typeface="Segoe UI Light" panose="020B0502040204020203" pitchFamily="34" charset="0"/>
              </a:defRPr>
            </a:lvl1pPr>
          </a:lstStyle>
          <a:p>
            <a:pPr lvl="0"/>
            <a:r>
              <a:rPr lang="en-US"/>
              <a:t>Speaker name or subtitle text</a:t>
            </a:r>
          </a:p>
        </p:txBody>
      </p:sp>
      <p:sp>
        <p:nvSpPr>
          <p:cNvPr id="6" name="Text Placeholder 4">
            <a:extLst>
              <a:ext uri="{FF2B5EF4-FFF2-40B4-BE49-F238E27FC236}">
                <a16:creationId xmlns:a16="http://schemas.microsoft.com/office/drawing/2014/main" id="{1055F7DC-E2AD-3FC3-3D7D-1D5D954FDC68}"/>
              </a:ext>
            </a:extLst>
          </p:cNvPr>
          <p:cNvSpPr>
            <a:spLocks noGrp="1"/>
          </p:cNvSpPr>
          <p:nvPr>
            <p:ph type="body" sz="quarter" idx="13" hasCustomPrompt="1"/>
          </p:nvPr>
        </p:nvSpPr>
        <p:spPr>
          <a:xfrm>
            <a:off x="584200" y="6064366"/>
            <a:ext cx="2365477" cy="204671"/>
          </a:xfrm>
          <a:noFill/>
        </p:spPr>
        <p:txBody>
          <a:bodyPr wrap="square" lIns="0" tIns="0" rIns="0" bIns="0">
            <a:spAutoFit/>
          </a:bodyPr>
          <a:lstStyle>
            <a:lvl1pPr marL="0" indent="0">
              <a:lnSpc>
                <a:spcPct val="95000"/>
              </a:lnSpc>
              <a:spcBef>
                <a:spcPts val="0"/>
              </a:spcBef>
              <a:buNone/>
              <a:defRPr sz="1400" spc="0" baseline="0">
                <a:solidFill>
                  <a:schemeClr val="bg1"/>
                </a:solidFill>
                <a:latin typeface="+mn-lt"/>
                <a:cs typeface="Segoe UI" panose="020B0502040204020203" pitchFamily="34" charset="0"/>
              </a:defRPr>
            </a:lvl1pPr>
          </a:lstStyle>
          <a:p>
            <a:pPr lvl="0"/>
            <a:r>
              <a:rPr lang="en-US"/>
              <a:t>Date</a:t>
            </a:r>
          </a:p>
        </p:txBody>
      </p:sp>
    </p:spTree>
    <p:extLst>
      <p:ext uri="{BB962C8B-B14F-4D97-AF65-F5344CB8AC3E}">
        <p14:creationId xmlns:p14="http://schemas.microsoft.com/office/powerpoint/2010/main" val="183584777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456">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inserts</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92152241"/>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9_Title Only">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4DB660C8-FCFE-8CB6-A08E-975F87F66C4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FA57C656-3E5F-8959-00F8-286B44FD1D70}"/>
              </a:ext>
            </a:extLst>
          </p:cNvPr>
          <p:cNvSpPr/>
          <p:nvPr/>
        </p:nvSpPr>
        <p:spPr bwMode="auto">
          <a:xfrm>
            <a:off x="0" y="0"/>
            <a:ext cx="12296446" cy="6858000"/>
          </a:xfrm>
          <a:prstGeom prst="rect">
            <a:avLst/>
          </a:prstGeom>
          <a:gradFill>
            <a:gsLst>
              <a:gs pos="0">
                <a:schemeClr val="bg1"/>
              </a:gs>
              <a:gs pos="38000">
                <a:schemeClr val="bg1">
                  <a:alpha val="0"/>
                </a:schemeClr>
              </a:gs>
            </a:gsLst>
            <a:lin ang="2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Title 6">
            <a:extLst>
              <a:ext uri="{FF2B5EF4-FFF2-40B4-BE49-F238E27FC236}">
                <a16:creationId xmlns:a16="http://schemas.microsoft.com/office/drawing/2014/main" id="{4E399E1B-A281-406B-2B38-EEFD19875D89}"/>
              </a:ext>
            </a:extLst>
          </p:cNvPr>
          <p:cNvSpPr>
            <a:spLocks noGrp="1"/>
          </p:cNvSpPr>
          <p:nvPr>
            <p:ph type="title"/>
          </p:nvPr>
        </p:nvSpPr>
        <p:spPr>
          <a:xfrm>
            <a:off x="584200" y="3033223"/>
            <a:ext cx="11018520" cy="498598"/>
          </a:xfrm>
          <a:noFill/>
        </p:spPr>
        <p:txBody>
          <a:bodyPr vert="horz" wrap="square" lIns="0" tIns="0" rIns="0" bIns="0" rtlCol="0" anchor="b" anchorCtr="0">
            <a:spAutoFit/>
          </a:bodyPr>
          <a:lstStyle>
            <a:lvl1pPr>
              <a:defRPr lang="en-US" sz="3600" dirty="0">
                <a:gradFill>
                  <a:gsLst>
                    <a:gs pos="22000">
                      <a:schemeClr val="accent2"/>
                    </a:gs>
                    <a:gs pos="100000">
                      <a:schemeClr val="accent3"/>
                    </a:gs>
                  </a:gsLst>
                  <a:lin ang="2400000" scaled="0"/>
                </a:gradFill>
                <a:latin typeface="+mj-lt"/>
                <a:cs typeface="Segoe UI" pitchFamily="34" charset="0"/>
              </a:defRPr>
            </a:lvl1pPr>
          </a:lstStyle>
          <a:p>
            <a:pPr lvl="0">
              <a:lnSpc>
                <a:spcPct val="90000"/>
              </a:lnSpc>
            </a:pPr>
            <a:r>
              <a:rPr lang="en-US"/>
              <a:t>Click to edit Master title style</a:t>
            </a:r>
          </a:p>
        </p:txBody>
      </p:sp>
    </p:spTree>
    <p:extLst>
      <p:ext uri="{BB962C8B-B14F-4D97-AF65-F5344CB8AC3E}">
        <p14:creationId xmlns:p14="http://schemas.microsoft.com/office/powerpoint/2010/main" val="1230520506"/>
      </p:ext>
    </p:extLst>
  </p:cSld>
  <p:clrMapOvr>
    <a:masterClrMapping/>
  </p:clrMapOvr>
  <p:transition>
    <p:fade/>
  </p:transition>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6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10CED5C-09CE-086B-058F-E86642850C0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7EADC449-E006-2BF9-CAC5-11C2B170B2D9}"/>
              </a:ext>
              <a:ext uri="{C183D7F6-B498-43B3-948B-1728B52AA6E4}">
                <adec:decorative xmlns:adec="http://schemas.microsoft.com/office/drawing/2017/decorative" val="1"/>
              </a:ext>
            </a:extLst>
          </p:cNvPr>
          <p:cNvSpPr/>
          <p:nvPr userDrawn="1"/>
        </p:nvSpPr>
        <p:spPr bwMode="auto">
          <a:xfrm rot="5400000">
            <a:off x="4897821" y="-4897821"/>
            <a:ext cx="2396359" cy="12192000"/>
          </a:xfrm>
          <a:prstGeom prst="rect">
            <a:avLst/>
          </a:prstGeom>
          <a:gradFill flip="none" rotWithShape="1">
            <a:gsLst>
              <a:gs pos="19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76" tIns="146301" rIns="182876" bIns="146301" numCol="1" spcCol="0" rtlCol="0" fromWordArt="0" anchor="t" anchorCtr="0" forceAA="0" compatLnSpc="1">
            <a:prstTxWarp prst="textNoShape">
              <a:avLst/>
            </a:prstTxWarp>
            <a:noAutofit/>
          </a:bodyPr>
          <a:lstStyle/>
          <a:p>
            <a:pPr marL="0" marR="0" lvl="0" indent="0" algn="l" defTabSz="932431"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 name="Title 1">
            <a:extLst>
              <a:ext uri="{FF2B5EF4-FFF2-40B4-BE49-F238E27FC236}">
                <a16:creationId xmlns:a16="http://schemas.microsoft.com/office/drawing/2014/main" id="{4242D82A-9DB1-584C-2E16-3D8B4469A143}"/>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5" name="Content Placeholder 3">
            <a:extLst>
              <a:ext uri="{FF2B5EF4-FFF2-40B4-BE49-F238E27FC236}">
                <a16:creationId xmlns:a16="http://schemas.microsoft.com/office/drawing/2014/main" id="{E6965A68-D388-7DD3-A305-B934A332BC28}"/>
              </a:ext>
            </a:extLst>
          </p:cNvPr>
          <p:cNvSpPr>
            <a:spLocks noGrp="1"/>
          </p:cNvSpPr>
          <p:nvPr>
            <p:ph sz="quarter" idx="10"/>
          </p:nvPr>
        </p:nvSpPr>
        <p:spPr>
          <a:xfrm>
            <a:off x="584200" y="1435100"/>
            <a:ext cx="11018838" cy="127611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0192744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8_Title Only">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0DD24FF4-5EAD-0ADD-A846-C1BCE8D135D0}"/>
              </a:ext>
              <a:ext uri="{C183D7F6-B498-43B3-948B-1728B52AA6E4}">
                <adec:decorative xmlns:adec="http://schemas.microsoft.com/office/drawing/2017/decorative" val="1"/>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sharpenSoften amount="-100000"/>
                    </a14:imgEffect>
                  </a14:imgLayer>
                </a14:imgProps>
              </a:ext>
              <a:ext uri="{28A0092B-C50C-407E-A947-70E740481C1C}">
                <a14:useLocalDpi xmlns:a14="http://schemas.microsoft.com/office/drawing/2010/main"/>
              </a:ext>
            </a:extLst>
          </a:blip>
          <a:srcRect l="16919" t="4793" r="55136" b="5416"/>
          <a:stretch/>
        </p:blipFill>
        <p:spPr>
          <a:xfrm>
            <a:off x="4118921" y="1"/>
            <a:ext cx="8073079" cy="6858000"/>
          </a:xfrm>
          <a:prstGeom prst="rect">
            <a:avLst/>
          </a:prstGeom>
        </p:spPr>
      </p:pic>
      <p:sp>
        <p:nvSpPr>
          <p:cNvPr id="13" name="Rectangle 12">
            <a:extLst>
              <a:ext uri="{FF2B5EF4-FFF2-40B4-BE49-F238E27FC236}">
                <a16:creationId xmlns:a16="http://schemas.microsoft.com/office/drawing/2014/main" id="{5873A11F-C1A1-34D9-F602-ED13399C11E5}"/>
              </a:ext>
              <a:ext uri="{C183D7F6-B498-43B3-948B-1728B52AA6E4}">
                <adec:decorative xmlns:adec="http://schemas.microsoft.com/office/drawing/2017/decorative" val="1"/>
              </a:ext>
            </a:extLst>
          </p:cNvPr>
          <p:cNvSpPr>
            <a:spLocks/>
          </p:cNvSpPr>
          <p:nvPr/>
        </p:nvSpPr>
        <p:spPr bwMode="auto">
          <a:xfrm>
            <a:off x="3782205" y="1"/>
            <a:ext cx="5288317" cy="6858000"/>
          </a:xfrm>
          <a:prstGeom prst="rect">
            <a:avLst/>
          </a:prstGeom>
          <a:gradFill flip="none" rotWithShape="1">
            <a:gsLst>
              <a:gs pos="19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1" name="Rectangle 10">
            <a:extLst>
              <a:ext uri="{FF2B5EF4-FFF2-40B4-BE49-F238E27FC236}">
                <a16:creationId xmlns:a16="http://schemas.microsoft.com/office/drawing/2014/main" id="{BABC1A0E-0E15-08A9-B981-FC99391A5289}"/>
              </a:ext>
            </a:extLst>
          </p:cNvPr>
          <p:cNvSpPr>
            <a:spLocks/>
          </p:cNvSpPr>
          <p:nvPr/>
        </p:nvSpPr>
        <p:spPr bwMode="auto">
          <a:xfrm>
            <a:off x="0" y="0"/>
            <a:ext cx="6761021" cy="6857999"/>
          </a:xfrm>
          <a:prstGeom prst="rect">
            <a:avLst/>
          </a:prstGeom>
          <a:gradFill flip="none" rotWithShape="1">
            <a:gsLst>
              <a:gs pos="66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8" name="Picture 7" descr="Background pattern&#10;&#10;Description automatically generated">
            <a:extLst>
              <a:ext uri="{FF2B5EF4-FFF2-40B4-BE49-F238E27FC236}">
                <a16:creationId xmlns:a16="http://schemas.microsoft.com/office/drawing/2014/main" id="{FDE99B06-440F-1577-A1AA-195994924DBB}"/>
              </a:ext>
            </a:extLst>
          </p:cNvPr>
          <p:cNvPicPr>
            <a:picLocks noChangeAspect="1"/>
          </p:cNvPicPr>
          <p:nvPr/>
        </p:nvPicPr>
        <p:blipFill>
          <a:blip r:embed="rId4" cstate="screen">
            <a:alphaModFix amt="50000"/>
            <a:extLst>
              <a:ext uri="{BEBA8EAE-BF5A-486C-A8C5-ECC9F3942E4B}">
                <a14:imgProps xmlns:a14="http://schemas.microsoft.com/office/drawing/2010/main">
                  <a14:imgLayer r:embed="rId5">
                    <a14:imgEffect>
                      <a14:brightnessContrast bright="-5000"/>
                    </a14:imgEffect>
                  </a14:imgLayer>
                </a14:imgProps>
              </a:ext>
              <a:ext uri="{28A0092B-C50C-407E-A947-70E740481C1C}">
                <a14:useLocalDpi xmlns:a14="http://schemas.microsoft.com/office/drawing/2010/main"/>
              </a:ext>
            </a:extLst>
          </a:blip>
          <a:stretch>
            <a:fillRect/>
          </a:stretch>
        </p:blipFill>
        <p:spPr>
          <a:xfrm>
            <a:off x="0" y="0"/>
            <a:ext cx="12192000" cy="6857999"/>
          </a:xfrm>
          <a:prstGeom prst="rect">
            <a:avLst/>
          </a:prstGeom>
        </p:spPr>
      </p:pic>
      <p:sp>
        <p:nvSpPr>
          <p:cNvPr id="9" name="Rectangle 8">
            <a:extLst>
              <a:ext uri="{FF2B5EF4-FFF2-40B4-BE49-F238E27FC236}">
                <a16:creationId xmlns:a16="http://schemas.microsoft.com/office/drawing/2014/main" id="{D6729A08-7E3D-D87D-AE08-A39A67CFD219}"/>
              </a:ext>
            </a:extLst>
          </p:cNvPr>
          <p:cNvSpPr>
            <a:spLocks/>
          </p:cNvSpPr>
          <p:nvPr/>
        </p:nvSpPr>
        <p:spPr bwMode="auto">
          <a:xfrm>
            <a:off x="1" y="1"/>
            <a:ext cx="12192000" cy="6858000"/>
          </a:xfrm>
          <a:prstGeom prst="rect">
            <a:avLst/>
          </a:prstGeom>
          <a:gradFill>
            <a:gsLst>
              <a:gs pos="0">
                <a:schemeClr val="bg1"/>
              </a:gs>
              <a:gs pos="38000">
                <a:schemeClr val="bg1">
                  <a:alpha val="0"/>
                </a:schemeClr>
              </a:gs>
            </a:gsLst>
            <a:lin ang="2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5" name="Title 6">
            <a:extLst>
              <a:ext uri="{FF2B5EF4-FFF2-40B4-BE49-F238E27FC236}">
                <a16:creationId xmlns:a16="http://schemas.microsoft.com/office/drawing/2014/main" id="{51C9B6F3-E735-840E-3BE2-D2B3CC818C47}"/>
              </a:ext>
            </a:extLst>
          </p:cNvPr>
          <p:cNvSpPr>
            <a:spLocks noGrp="1"/>
          </p:cNvSpPr>
          <p:nvPr>
            <p:ph type="title"/>
          </p:nvPr>
        </p:nvSpPr>
        <p:spPr>
          <a:xfrm>
            <a:off x="590868" y="429198"/>
            <a:ext cx="11018520" cy="430887"/>
          </a:xfrm>
        </p:spPr>
        <p:txBody>
          <a:bodyPr anchor="t" anchorCtr="0"/>
          <a:lstStyle/>
          <a:p>
            <a:r>
              <a:rPr lang="en-US"/>
              <a:t>Click to edit Master title style</a:t>
            </a:r>
          </a:p>
        </p:txBody>
      </p:sp>
      <p:sp>
        <p:nvSpPr>
          <p:cNvPr id="6" name="Text Placeholder 2">
            <a:extLst>
              <a:ext uri="{FF2B5EF4-FFF2-40B4-BE49-F238E27FC236}">
                <a16:creationId xmlns:a16="http://schemas.microsoft.com/office/drawing/2014/main" id="{DC5275CD-9BC7-D5C8-CFA6-C95A6628B7BE}"/>
              </a:ext>
            </a:extLst>
          </p:cNvPr>
          <p:cNvSpPr>
            <a:spLocks noGrp="1"/>
          </p:cNvSpPr>
          <p:nvPr>
            <p:ph type="body" sz="quarter" idx="11"/>
          </p:nvPr>
        </p:nvSpPr>
        <p:spPr>
          <a:xfrm>
            <a:off x="584518" y="946677"/>
            <a:ext cx="11018520" cy="276999"/>
          </a:xfrm>
        </p:spPr>
        <p:txBody>
          <a:bodyPr/>
          <a:lstStyle>
            <a:lvl1pPr marL="0" indent="0">
              <a:buNone/>
              <a:defRPr sz="18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2736587670"/>
      </p:ext>
    </p:extLst>
  </p:cSld>
  <p:clrMapOvr>
    <a:masterClrMapping/>
  </p:clrMapOvr>
  <p:transition>
    <p:fade/>
  </p:transition>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whit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29545" y="3029995"/>
            <a:ext cx="9401560" cy="1793104"/>
          </a:xfrm>
          <a:noFill/>
        </p:spPr>
        <p:txBody>
          <a:bodyPr lIns="0" tIns="0" rIns="0" bIns="182880" anchor="b" anchorCtr="0"/>
          <a:lstStyle>
            <a:lvl1pPr>
              <a:defRPr sz="5294" strike="noStrike" spc="-147" baseline="0">
                <a:solidFill>
                  <a:srgbClr val="000000"/>
                </a:solidFill>
              </a:defRPr>
            </a:lvl1pPr>
          </a:lstStyle>
          <a:p>
            <a:r>
              <a:rPr lang="en-US"/>
              <a:t>Microsoft 365</a:t>
            </a:r>
            <a:br>
              <a:rPr lang="en-US"/>
            </a:br>
            <a:r>
              <a:rPr lang="en-US"/>
              <a:t>title or event name</a:t>
            </a:r>
          </a:p>
        </p:txBody>
      </p:sp>
      <p:sp>
        <p:nvSpPr>
          <p:cNvPr id="5" name="Text Placeholder 4"/>
          <p:cNvSpPr>
            <a:spLocks noGrp="1"/>
          </p:cNvSpPr>
          <p:nvPr>
            <p:ph type="body" sz="quarter" idx="12" hasCustomPrompt="1"/>
          </p:nvPr>
        </p:nvSpPr>
        <p:spPr>
          <a:xfrm>
            <a:off x="429545" y="4826339"/>
            <a:ext cx="9401560" cy="945435"/>
          </a:xfrm>
          <a:noFill/>
        </p:spPr>
        <p:txBody>
          <a:bodyPr lIns="0" tIns="0" rIns="0" bIns="0">
            <a:noAutofit/>
          </a:bodyPr>
          <a:lstStyle>
            <a:lvl1pPr marL="0" indent="0">
              <a:lnSpc>
                <a:spcPct val="100000"/>
              </a:lnSpc>
              <a:spcBef>
                <a:spcPts val="0"/>
              </a:spcBef>
              <a:buNone/>
              <a:defRPr sz="1568" spc="0" baseline="0">
                <a:solidFill>
                  <a:srgbClr val="000000"/>
                </a:solidFill>
                <a:latin typeface="+mn-lt"/>
              </a:defRPr>
            </a:lvl1pPr>
          </a:lstStyle>
          <a:p>
            <a:pPr lvl="0"/>
            <a:r>
              <a:rPr lang="en-US"/>
              <a:t>Author name</a:t>
            </a:r>
          </a:p>
          <a:p>
            <a:pPr lvl="0"/>
            <a:r>
              <a:rPr lang="en-US"/>
              <a:t>Date</a:t>
            </a:r>
          </a:p>
        </p:txBody>
      </p:sp>
      <p:pic>
        <p:nvPicPr>
          <p:cNvPr id="7" name="Picture 6">
            <a:extLst>
              <a:ext uri="{FF2B5EF4-FFF2-40B4-BE49-F238E27FC236}">
                <a16:creationId xmlns:a16="http://schemas.microsoft.com/office/drawing/2014/main" id="{E426F4E9-378A-43C3-8FF0-2BB4FD3998BB}"/>
              </a:ext>
            </a:extLst>
          </p:cNvPr>
          <p:cNvPicPr>
            <a:picLocks noChangeAspect="1"/>
          </p:cNvPicPr>
          <p:nvPr userDrawn="1"/>
        </p:nvPicPr>
        <p:blipFill>
          <a:blip r:embed="rId2"/>
          <a:stretch>
            <a:fillRect/>
          </a:stretch>
        </p:blipFill>
        <p:spPr>
          <a:xfrm>
            <a:off x="426425" y="438484"/>
            <a:ext cx="1361869" cy="224138"/>
          </a:xfrm>
          <a:prstGeom prst="rect">
            <a:avLst/>
          </a:prstGeom>
        </p:spPr>
      </p:pic>
    </p:spTree>
    <p:extLst>
      <p:ext uri="{BB962C8B-B14F-4D97-AF65-F5344CB8AC3E}">
        <p14:creationId xmlns:p14="http://schemas.microsoft.com/office/powerpoint/2010/main" val="30189796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blu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EF8822D-F745-4E56-A540-A9547E7BCE07}"/>
              </a:ext>
            </a:extLst>
          </p:cNvPr>
          <p:cNvSpPr>
            <a:spLocks noGrp="1"/>
          </p:cNvSpPr>
          <p:nvPr>
            <p:ph type="title" hasCustomPrompt="1"/>
          </p:nvPr>
        </p:nvSpPr>
        <p:spPr>
          <a:xfrm>
            <a:off x="429545" y="3029995"/>
            <a:ext cx="9401560" cy="1793104"/>
          </a:xfrm>
          <a:noFill/>
        </p:spPr>
        <p:txBody>
          <a:bodyPr lIns="0" tIns="0" rIns="0" bIns="182880" anchor="b" anchorCtr="0"/>
          <a:lstStyle>
            <a:lvl1pPr>
              <a:defRPr sz="5294" strike="noStrike" spc="-147" baseline="0">
                <a:solidFill>
                  <a:srgbClr val="FFFFFF"/>
                </a:solidFill>
              </a:defRPr>
            </a:lvl1pPr>
          </a:lstStyle>
          <a:p>
            <a:r>
              <a:rPr lang="en-US"/>
              <a:t>Microsoft 365</a:t>
            </a:r>
            <a:br>
              <a:rPr lang="en-US"/>
            </a:br>
            <a:r>
              <a:rPr lang="en-US"/>
              <a:t>title or event name</a:t>
            </a:r>
          </a:p>
        </p:txBody>
      </p:sp>
      <p:sp>
        <p:nvSpPr>
          <p:cNvPr id="9" name="Text Placeholder 4">
            <a:extLst>
              <a:ext uri="{FF2B5EF4-FFF2-40B4-BE49-F238E27FC236}">
                <a16:creationId xmlns:a16="http://schemas.microsoft.com/office/drawing/2014/main" id="{3A25CC0D-FC54-4BD7-82BD-929FB99709CA}"/>
              </a:ext>
            </a:extLst>
          </p:cNvPr>
          <p:cNvSpPr>
            <a:spLocks noGrp="1"/>
          </p:cNvSpPr>
          <p:nvPr>
            <p:ph type="body" sz="quarter" idx="12" hasCustomPrompt="1"/>
          </p:nvPr>
        </p:nvSpPr>
        <p:spPr>
          <a:xfrm>
            <a:off x="429545" y="4826339"/>
            <a:ext cx="9401560" cy="945435"/>
          </a:xfrm>
          <a:noFill/>
        </p:spPr>
        <p:txBody>
          <a:bodyPr lIns="0" tIns="0" rIns="0" bIns="0">
            <a:noAutofit/>
          </a:bodyPr>
          <a:lstStyle>
            <a:lvl1pPr marL="0" indent="0">
              <a:lnSpc>
                <a:spcPct val="100000"/>
              </a:lnSpc>
              <a:spcBef>
                <a:spcPts val="0"/>
              </a:spcBef>
              <a:buNone/>
              <a:defRPr sz="1568" spc="0" baseline="0">
                <a:solidFill>
                  <a:srgbClr val="FFFFFF"/>
                </a:solidFill>
                <a:latin typeface="+mn-lt"/>
              </a:defRPr>
            </a:lvl1pPr>
          </a:lstStyle>
          <a:p>
            <a:pPr lvl="0"/>
            <a:r>
              <a:rPr lang="en-US"/>
              <a:t>Author name</a:t>
            </a:r>
          </a:p>
          <a:p>
            <a:pPr lvl="0"/>
            <a:r>
              <a:rPr lang="en-US"/>
              <a:t>Date</a:t>
            </a:r>
          </a:p>
        </p:txBody>
      </p:sp>
      <p:pic>
        <p:nvPicPr>
          <p:cNvPr id="5" name="Picture 4">
            <a:extLst>
              <a:ext uri="{FF2B5EF4-FFF2-40B4-BE49-F238E27FC236}">
                <a16:creationId xmlns:a16="http://schemas.microsoft.com/office/drawing/2014/main" id="{22641517-9B2B-4313-918D-39BA89D3DD95}"/>
              </a:ext>
            </a:extLst>
          </p:cNvPr>
          <p:cNvPicPr>
            <a:picLocks noChangeAspect="1"/>
          </p:cNvPicPr>
          <p:nvPr userDrawn="1"/>
        </p:nvPicPr>
        <p:blipFill>
          <a:blip r:embed="rId2"/>
          <a:stretch>
            <a:fillRect/>
          </a:stretch>
        </p:blipFill>
        <p:spPr>
          <a:xfrm>
            <a:off x="426424" y="438438"/>
            <a:ext cx="1364901" cy="224637"/>
          </a:xfrm>
          <a:prstGeom prst="rect">
            <a:avLst/>
          </a:prstGeom>
        </p:spPr>
      </p:pic>
    </p:spTree>
    <p:extLst>
      <p:ext uri="{BB962C8B-B14F-4D97-AF65-F5344CB8AC3E}">
        <p14:creationId xmlns:p14="http://schemas.microsoft.com/office/powerpoint/2010/main" val="31563047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lide photo 1">
    <p:spTree>
      <p:nvGrpSpPr>
        <p:cNvPr id="1" name=""/>
        <p:cNvGrpSpPr/>
        <p:nvPr/>
      </p:nvGrpSpPr>
      <p:grpSpPr>
        <a:xfrm>
          <a:off x="0" y="0"/>
          <a:ext cx="0" cy="0"/>
          <a:chOff x="0" y="0"/>
          <a:chExt cx="0" cy="0"/>
        </a:xfrm>
      </p:grpSpPr>
      <p:pic>
        <p:nvPicPr>
          <p:cNvPr id="5" name="Picture 4" descr="A picture containing nature&#10;&#10;Description generated with high confidence">
            <a:extLst>
              <a:ext uri="{FF2B5EF4-FFF2-40B4-BE49-F238E27FC236}">
                <a16:creationId xmlns:a16="http://schemas.microsoft.com/office/drawing/2014/main" id="{69118772-E985-4F42-88B2-9F62C1FFA61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1005"/>
            <a:ext cx="12192000" cy="6855989"/>
          </a:xfrm>
          <a:prstGeom prst="rect">
            <a:avLst/>
          </a:prstGeom>
        </p:spPr>
      </p:pic>
      <p:sp>
        <p:nvSpPr>
          <p:cNvPr id="4" name="Rectangle 3">
            <a:extLst>
              <a:ext uri="{FF2B5EF4-FFF2-40B4-BE49-F238E27FC236}">
                <a16:creationId xmlns:a16="http://schemas.microsoft.com/office/drawing/2014/main" id="{AA75F9E8-76F8-404F-81D0-A4BFE846316B}"/>
              </a:ext>
            </a:extLst>
          </p:cNvPr>
          <p:cNvSpPr/>
          <p:nvPr userDrawn="1"/>
        </p:nvSpPr>
        <p:spPr bwMode="auto">
          <a:xfrm>
            <a:off x="-1" y="0"/>
            <a:ext cx="11762464" cy="6858000"/>
          </a:xfrm>
          <a:prstGeom prst="rect">
            <a:avLst/>
          </a:prstGeom>
          <a:gradFill flip="none" rotWithShape="1">
            <a:gsLst>
              <a:gs pos="0">
                <a:srgbClr val="000000">
                  <a:alpha val="60000"/>
                </a:srgbClr>
              </a:gs>
              <a:gs pos="100000">
                <a:srgbClr val="000000">
                  <a:alpha val="0"/>
                </a:srgb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Title 1">
            <a:extLst>
              <a:ext uri="{FF2B5EF4-FFF2-40B4-BE49-F238E27FC236}">
                <a16:creationId xmlns:a16="http://schemas.microsoft.com/office/drawing/2014/main" id="{CA7C8B6F-372D-4AED-9EBD-C53B2BF27A24}"/>
              </a:ext>
            </a:extLst>
          </p:cNvPr>
          <p:cNvSpPr>
            <a:spLocks noGrp="1"/>
          </p:cNvSpPr>
          <p:nvPr>
            <p:ph type="title" hasCustomPrompt="1"/>
          </p:nvPr>
        </p:nvSpPr>
        <p:spPr>
          <a:xfrm>
            <a:off x="429545" y="3029995"/>
            <a:ext cx="9401560" cy="1793104"/>
          </a:xfrm>
          <a:noFill/>
        </p:spPr>
        <p:txBody>
          <a:bodyPr lIns="0" tIns="0" rIns="0" bIns="182880" anchor="b" anchorCtr="0"/>
          <a:lstStyle>
            <a:lvl1pPr>
              <a:defRPr sz="5294" strike="noStrike" spc="-147" baseline="0">
                <a:solidFill>
                  <a:srgbClr val="FFFFFF"/>
                </a:solidFill>
              </a:defRPr>
            </a:lvl1pPr>
          </a:lstStyle>
          <a:p>
            <a:r>
              <a:rPr lang="en-US"/>
              <a:t>Microsoft 365</a:t>
            </a:r>
            <a:br>
              <a:rPr lang="en-US"/>
            </a:br>
            <a:r>
              <a:rPr lang="en-US"/>
              <a:t>title or event name</a:t>
            </a:r>
          </a:p>
        </p:txBody>
      </p:sp>
      <p:sp>
        <p:nvSpPr>
          <p:cNvPr id="8" name="Text Placeholder 4">
            <a:extLst>
              <a:ext uri="{FF2B5EF4-FFF2-40B4-BE49-F238E27FC236}">
                <a16:creationId xmlns:a16="http://schemas.microsoft.com/office/drawing/2014/main" id="{785A3DC9-B076-4B37-93A9-33E5EB147888}"/>
              </a:ext>
            </a:extLst>
          </p:cNvPr>
          <p:cNvSpPr>
            <a:spLocks noGrp="1"/>
          </p:cNvSpPr>
          <p:nvPr>
            <p:ph type="body" sz="quarter" idx="12" hasCustomPrompt="1"/>
          </p:nvPr>
        </p:nvSpPr>
        <p:spPr>
          <a:xfrm>
            <a:off x="429545" y="4826339"/>
            <a:ext cx="9401560" cy="945435"/>
          </a:xfrm>
          <a:noFill/>
        </p:spPr>
        <p:txBody>
          <a:bodyPr lIns="0" tIns="0" rIns="0" bIns="0">
            <a:noAutofit/>
          </a:bodyPr>
          <a:lstStyle>
            <a:lvl1pPr marL="0" indent="0">
              <a:lnSpc>
                <a:spcPct val="100000"/>
              </a:lnSpc>
              <a:spcBef>
                <a:spcPts val="0"/>
              </a:spcBef>
              <a:buNone/>
              <a:defRPr sz="1568" spc="0" baseline="0">
                <a:solidFill>
                  <a:srgbClr val="FFFFFF"/>
                </a:solidFill>
                <a:latin typeface="+mn-lt"/>
              </a:defRPr>
            </a:lvl1pPr>
          </a:lstStyle>
          <a:p>
            <a:pPr lvl="0"/>
            <a:r>
              <a:rPr lang="en-US"/>
              <a:t>Author name</a:t>
            </a:r>
          </a:p>
          <a:p>
            <a:pPr lvl="0"/>
            <a:r>
              <a:rPr lang="en-US"/>
              <a:t>Date</a:t>
            </a:r>
          </a:p>
        </p:txBody>
      </p:sp>
      <p:pic>
        <p:nvPicPr>
          <p:cNvPr id="11" name="Picture 10">
            <a:extLst>
              <a:ext uri="{FF2B5EF4-FFF2-40B4-BE49-F238E27FC236}">
                <a16:creationId xmlns:a16="http://schemas.microsoft.com/office/drawing/2014/main" id="{532130BA-65C8-41A2-A19D-07A9005A5B18}"/>
              </a:ext>
            </a:extLst>
          </p:cNvPr>
          <p:cNvPicPr>
            <a:picLocks noChangeAspect="1"/>
          </p:cNvPicPr>
          <p:nvPr userDrawn="1"/>
        </p:nvPicPr>
        <p:blipFill>
          <a:blip r:embed="rId3"/>
          <a:stretch>
            <a:fillRect/>
          </a:stretch>
        </p:blipFill>
        <p:spPr>
          <a:xfrm>
            <a:off x="426424" y="438438"/>
            <a:ext cx="1364901" cy="224637"/>
          </a:xfrm>
          <a:prstGeom prst="rect">
            <a:avLst/>
          </a:prstGeom>
        </p:spPr>
      </p:pic>
    </p:spTree>
    <p:extLst>
      <p:ext uri="{BB962C8B-B14F-4D97-AF65-F5344CB8AC3E}">
        <p14:creationId xmlns:p14="http://schemas.microsoft.com/office/powerpoint/2010/main" val="17398211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photo 2">
    <p:spTree>
      <p:nvGrpSpPr>
        <p:cNvPr id="1" name=""/>
        <p:cNvGrpSpPr/>
        <p:nvPr/>
      </p:nvGrpSpPr>
      <p:grpSpPr>
        <a:xfrm>
          <a:off x="0" y="0"/>
          <a:ext cx="0" cy="0"/>
          <a:chOff x="0" y="0"/>
          <a:chExt cx="0" cy="0"/>
        </a:xfrm>
      </p:grpSpPr>
      <p:pic>
        <p:nvPicPr>
          <p:cNvPr id="3" name="Picture 2" descr="A tall building&#10;&#10;Description generated with high confidence">
            <a:extLst>
              <a:ext uri="{FF2B5EF4-FFF2-40B4-BE49-F238E27FC236}">
                <a16:creationId xmlns:a16="http://schemas.microsoft.com/office/drawing/2014/main" id="{E6833BAC-E1FF-4E7B-8026-4C10A8A50C8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1631"/>
            <a:ext cx="12192000" cy="6854739"/>
          </a:xfrm>
          <a:prstGeom prst="rect">
            <a:avLst/>
          </a:prstGeom>
        </p:spPr>
      </p:pic>
      <p:sp>
        <p:nvSpPr>
          <p:cNvPr id="12" name="Rectangle 11">
            <a:extLst>
              <a:ext uri="{FF2B5EF4-FFF2-40B4-BE49-F238E27FC236}">
                <a16:creationId xmlns:a16="http://schemas.microsoft.com/office/drawing/2014/main" id="{6C3D28C3-DA19-47E2-B299-A9B66E43396C}"/>
              </a:ext>
            </a:extLst>
          </p:cNvPr>
          <p:cNvSpPr/>
          <p:nvPr userDrawn="1"/>
        </p:nvSpPr>
        <p:spPr bwMode="auto">
          <a:xfrm>
            <a:off x="-1" y="0"/>
            <a:ext cx="11762464" cy="6858000"/>
          </a:xfrm>
          <a:prstGeom prst="rect">
            <a:avLst/>
          </a:prstGeom>
          <a:gradFill flip="none" rotWithShape="1">
            <a:gsLst>
              <a:gs pos="16000">
                <a:srgbClr val="000000"/>
              </a:gs>
              <a:gs pos="100000">
                <a:srgbClr val="000000">
                  <a:alpha val="0"/>
                </a:srgb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Title 1">
            <a:extLst>
              <a:ext uri="{FF2B5EF4-FFF2-40B4-BE49-F238E27FC236}">
                <a16:creationId xmlns:a16="http://schemas.microsoft.com/office/drawing/2014/main" id="{CA7C8B6F-372D-4AED-9EBD-C53B2BF27A24}"/>
              </a:ext>
            </a:extLst>
          </p:cNvPr>
          <p:cNvSpPr>
            <a:spLocks noGrp="1"/>
          </p:cNvSpPr>
          <p:nvPr>
            <p:ph type="title" hasCustomPrompt="1"/>
          </p:nvPr>
        </p:nvSpPr>
        <p:spPr>
          <a:xfrm>
            <a:off x="429545" y="3029995"/>
            <a:ext cx="9401560" cy="1793104"/>
          </a:xfrm>
          <a:noFill/>
        </p:spPr>
        <p:txBody>
          <a:bodyPr lIns="0" tIns="0" rIns="0" bIns="182880" anchor="b" anchorCtr="0"/>
          <a:lstStyle>
            <a:lvl1pPr>
              <a:defRPr sz="5294" strike="noStrike" spc="-147" baseline="0">
                <a:solidFill>
                  <a:srgbClr val="FFFFFF"/>
                </a:solidFill>
              </a:defRPr>
            </a:lvl1pPr>
          </a:lstStyle>
          <a:p>
            <a:r>
              <a:rPr lang="en-US"/>
              <a:t>Microsoft 365</a:t>
            </a:r>
            <a:br>
              <a:rPr lang="en-US"/>
            </a:br>
            <a:r>
              <a:rPr lang="en-US"/>
              <a:t>title or event name</a:t>
            </a:r>
          </a:p>
        </p:txBody>
      </p:sp>
      <p:sp>
        <p:nvSpPr>
          <p:cNvPr id="8" name="Text Placeholder 4">
            <a:extLst>
              <a:ext uri="{FF2B5EF4-FFF2-40B4-BE49-F238E27FC236}">
                <a16:creationId xmlns:a16="http://schemas.microsoft.com/office/drawing/2014/main" id="{785A3DC9-B076-4B37-93A9-33E5EB147888}"/>
              </a:ext>
            </a:extLst>
          </p:cNvPr>
          <p:cNvSpPr>
            <a:spLocks noGrp="1"/>
          </p:cNvSpPr>
          <p:nvPr>
            <p:ph type="body" sz="quarter" idx="12" hasCustomPrompt="1"/>
          </p:nvPr>
        </p:nvSpPr>
        <p:spPr>
          <a:xfrm>
            <a:off x="429545" y="4826339"/>
            <a:ext cx="9401560" cy="945435"/>
          </a:xfrm>
          <a:noFill/>
        </p:spPr>
        <p:txBody>
          <a:bodyPr lIns="0" tIns="0" rIns="0" bIns="0">
            <a:noAutofit/>
          </a:bodyPr>
          <a:lstStyle>
            <a:lvl1pPr marL="0" indent="0">
              <a:lnSpc>
                <a:spcPct val="100000"/>
              </a:lnSpc>
              <a:spcBef>
                <a:spcPts val="0"/>
              </a:spcBef>
              <a:buNone/>
              <a:defRPr sz="1568" spc="0" baseline="0">
                <a:solidFill>
                  <a:srgbClr val="FFFFFF"/>
                </a:solidFill>
                <a:latin typeface="+mn-lt"/>
              </a:defRPr>
            </a:lvl1pPr>
          </a:lstStyle>
          <a:p>
            <a:pPr lvl="0"/>
            <a:r>
              <a:rPr lang="en-US"/>
              <a:t>Author name</a:t>
            </a:r>
          </a:p>
          <a:p>
            <a:pPr lvl="0"/>
            <a:r>
              <a:rPr lang="en-US"/>
              <a:t>Date</a:t>
            </a:r>
          </a:p>
        </p:txBody>
      </p:sp>
      <p:pic>
        <p:nvPicPr>
          <p:cNvPr id="11" name="Picture 10">
            <a:extLst>
              <a:ext uri="{FF2B5EF4-FFF2-40B4-BE49-F238E27FC236}">
                <a16:creationId xmlns:a16="http://schemas.microsoft.com/office/drawing/2014/main" id="{532130BA-65C8-41A2-A19D-07A9005A5B18}"/>
              </a:ext>
            </a:extLst>
          </p:cNvPr>
          <p:cNvPicPr>
            <a:picLocks noChangeAspect="1"/>
          </p:cNvPicPr>
          <p:nvPr userDrawn="1"/>
        </p:nvPicPr>
        <p:blipFill>
          <a:blip r:embed="rId3"/>
          <a:stretch>
            <a:fillRect/>
          </a:stretch>
        </p:blipFill>
        <p:spPr>
          <a:xfrm>
            <a:off x="426424" y="438438"/>
            <a:ext cx="1364901" cy="224637"/>
          </a:xfrm>
          <a:prstGeom prst="rect">
            <a:avLst/>
          </a:prstGeom>
        </p:spPr>
      </p:pic>
    </p:spTree>
    <p:extLst>
      <p:ext uri="{BB962C8B-B14F-4D97-AF65-F5344CB8AC3E}">
        <p14:creationId xmlns:p14="http://schemas.microsoft.com/office/powerpoint/2010/main" val="23987987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slide photo 3">
    <p:spTree>
      <p:nvGrpSpPr>
        <p:cNvPr id="1" name=""/>
        <p:cNvGrpSpPr/>
        <p:nvPr/>
      </p:nvGrpSpPr>
      <p:grpSpPr>
        <a:xfrm>
          <a:off x="0" y="0"/>
          <a:ext cx="0" cy="0"/>
          <a:chOff x="0" y="0"/>
          <a:chExt cx="0" cy="0"/>
        </a:xfrm>
      </p:grpSpPr>
      <p:pic>
        <p:nvPicPr>
          <p:cNvPr id="15" name="Picture 14" descr="A picture containing sky, grass, outdoor, field&#10;&#10;Description generated with very high confidence">
            <a:extLst>
              <a:ext uri="{FF2B5EF4-FFF2-40B4-BE49-F238E27FC236}">
                <a16:creationId xmlns:a16="http://schemas.microsoft.com/office/drawing/2014/main" id="{63E7C36F-3745-418F-AF8E-F9B9B46FD86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3207"/>
            <a:ext cx="12192000" cy="6851585"/>
          </a:xfrm>
          <a:prstGeom prst="rect">
            <a:avLst/>
          </a:prstGeom>
        </p:spPr>
      </p:pic>
      <p:sp>
        <p:nvSpPr>
          <p:cNvPr id="7" name="Title 1">
            <a:extLst>
              <a:ext uri="{FF2B5EF4-FFF2-40B4-BE49-F238E27FC236}">
                <a16:creationId xmlns:a16="http://schemas.microsoft.com/office/drawing/2014/main" id="{CA7C8B6F-372D-4AED-9EBD-C53B2BF27A24}"/>
              </a:ext>
            </a:extLst>
          </p:cNvPr>
          <p:cNvSpPr>
            <a:spLocks noGrp="1"/>
          </p:cNvSpPr>
          <p:nvPr>
            <p:ph type="title" hasCustomPrompt="1"/>
          </p:nvPr>
        </p:nvSpPr>
        <p:spPr>
          <a:xfrm>
            <a:off x="429545" y="3029995"/>
            <a:ext cx="9401560" cy="1793104"/>
          </a:xfrm>
          <a:noFill/>
        </p:spPr>
        <p:txBody>
          <a:bodyPr lIns="0" tIns="0" rIns="0" bIns="182880" anchor="b" anchorCtr="0"/>
          <a:lstStyle>
            <a:lvl1pPr>
              <a:defRPr sz="5294" strike="noStrike" spc="-147" baseline="0">
                <a:solidFill>
                  <a:srgbClr val="000000"/>
                </a:solidFill>
              </a:defRPr>
            </a:lvl1pPr>
          </a:lstStyle>
          <a:p>
            <a:r>
              <a:rPr lang="en-US"/>
              <a:t>Microsoft 365</a:t>
            </a:r>
            <a:br>
              <a:rPr lang="en-US"/>
            </a:br>
            <a:r>
              <a:rPr lang="en-US"/>
              <a:t>title or event name</a:t>
            </a:r>
          </a:p>
        </p:txBody>
      </p:sp>
      <p:sp>
        <p:nvSpPr>
          <p:cNvPr id="8" name="Text Placeholder 4">
            <a:extLst>
              <a:ext uri="{FF2B5EF4-FFF2-40B4-BE49-F238E27FC236}">
                <a16:creationId xmlns:a16="http://schemas.microsoft.com/office/drawing/2014/main" id="{785A3DC9-B076-4B37-93A9-33E5EB147888}"/>
              </a:ext>
            </a:extLst>
          </p:cNvPr>
          <p:cNvSpPr>
            <a:spLocks noGrp="1"/>
          </p:cNvSpPr>
          <p:nvPr>
            <p:ph type="body" sz="quarter" idx="12" hasCustomPrompt="1"/>
          </p:nvPr>
        </p:nvSpPr>
        <p:spPr>
          <a:xfrm>
            <a:off x="429545" y="4826339"/>
            <a:ext cx="9401560" cy="945435"/>
          </a:xfrm>
          <a:noFill/>
        </p:spPr>
        <p:txBody>
          <a:bodyPr lIns="0" tIns="0" rIns="0" bIns="0">
            <a:noAutofit/>
          </a:bodyPr>
          <a:lstStyle>
            <a:lvl1pPr marL="0" indent="0">
              <a:lnSpc>
                <a:spcPct val="100000"/>
              </a:lnSpc>
              <a:spcBef>
                <a:spcPts val="0"/>
              </a:spcBef>
              <a:buNone/>
              <a:defRPr sz="1568" spc="0" baseline="0">
                <a:solidFill>
                  <a:srgbClr val="000000"/>
                </a:solidFill>
                <a:latin typeface="+mn-lt"/>
              </a:defRPr>
            </a:lvl1pPr>
          </a:lstStyle>
          <a:p>
            <a:pPr lvl="0"/>
            <a:r>
              <a:rPr lang="en-US"/>
              <a:t>Author name</a:t>
            </a:r>
          </a:p>
          <a:p>
            <a:pPr lvl="0"/>
            <a:r>
              <a:rPr lang="en-US"/>
              <a:t>Date</a:t>
            </a:r>
          </a:p>
        </p:txBody>
      </p:sp>
      <p:pic>
        <p:nvPicPr>
          <p:cNvPr id="11" name="Picture 10">
            <a:extLst>
              <a:ext uri="{FF2B5EF4-FFF2-40B4-BE49-F238E27FC236}">
                <a16:creationId xmlns:a16="http://schemas.microsoft.com/office/drawing/2014/main" id="{532130BA-65C8-41A2-A19D-07A9005A5B18}"/>
              </a:ext>
            </a:extLst>
          </p:cNvPr>
          <p:cNvPicPr>
            <a:picLocks noChangeAspect="1"/>
          </p:cNvPicPr>
          <p:nvPr userDrawn="1"/>
        </p:nvPicPr>
        <p:blipFill>
          <a:blip r:embed="rId3"/>
          <a:stretch>
            <a:fillRect/>
          </a:stretch>
        </p:blipFill>
        <p:spPr>
          <a:xfrm>
            <a:off x="426424" y="438438"/>
            <a:ext cx="1364901" cy="224637"/>
          </a:xfrm>
          <a:prstGeom prst="rect">
            <a:avLst/>
          </a:prstGeom>
        </p:spPr>
      </p:pic>
    </p:spTree>
    <p:extLst>
      <p:ext uri="{BB962C8B-B14F-4D97-AF65-F5344CB8AC3E}">
        <p14:creationId xmlns:p14="http://schemas.microsoft.com/office/powerpoint/2010/main" val="24189682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slide photo 4">
    <p:spTree>
      <p:nvGrpSpPr>
        <p:cNvPr id="1" name=""/>
        <p:cNvGrpSpPr/>
        <p:nvPr/>
      </p:nvGrpSpPr>
      <p:grpSpPr>
        <a:xfrm>
          <a:off x="0" y="0"/>
          <a:ext cx="0" cy="0"/>
          <a:chOff x="0" y="0"/>
          <a:chExt cx="0" cy="0"/>
        </a:xfrm>
      </p:grpSpPr>
      <p:pic>
        <p:nvPicPr>
          <p:cNvPr id="6" name="Picture 5" descr="A close up of a mountain&#10;&#10;Description generated with very high confidence">
            <a:extLst>
              <a:ext uri="{FF2B5EF4-FFF2-40B4-BE49-F238E27FC236}">
                <a16:creationId xmlns:a16="http://schemas.microsoft.com/office/drawing/2014/main" id="{AF1ED87A-3564-4E58-B1F0-66E9B6D92C2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0" b="-7263"/>
          <a:stretch/>
        </p:blipFill>
        <p:spPr>
          <a:xfrm>
            <a:off x="-7262" y="1"/>
            <a:ext cx="12199263" cy="7356084"/>
          </a:xfrm>
          <a:prstGeom prst="rect">
            <a:avLst/>
          </a:prstGeom>
        </p:spPr>
      </p:pic>
      <p:sp>
        <p:nvSpPr>
          <p:cNvPr id="12" name="Rectangle 11">
            <a:extLst>
              <a:ext uri="{FF2B5EF4-FFF2-40B4-BE49-F238E27FC236}">
                <a16:creationId xmlns:a16="http://schemas.microsoft.com/office/drawing/2014/main" id="{6C3D28C3-DA19-47E2-B299-A9B66E43396C}"/>
              </a:ext>
            </a:extLst>
          </p:cNvPr>
          <p:cNvSpPr/>
          <p:nvPr userDrawn="1"/>
        </p:nvSpPr>
        <p:spPr bwMode="auto">
          <a:xfrm>
            <a:off x="-1" y="0"/>
            <a:ext cx="11762464" cy="6858000"/>
          </a:xfrm>
          <a:prstGeom prst="rect">
            <a:avLst/>
          </a:prstGeom>
          <a:gradFill flip="none" rotWithShape="1">
            <a:gsLst>
              <a:gs pos="0">
                <a:srgbClr val="000000">
                  <a:alpha val="70000"/>
                </a:srgbClr>
              </a:gs>
              <a:gs pos="74000">
                <a:srgbClr val="000000">
                  <a:alpha val="0"/>
                </a:srgb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Title 1">
            <a:extLst>
              <a:ext uri="{FF2B5EF4-FFF2-40B4-BE49-F238E27FC236}">
                <a16:creationId xmlns:a16="http://schemas.microsoft.com/office/drawing/2014/main" id="{CA7C8B6F-372D-4AED-9EBD-C53B2BF27A24}"/>
              </a:ext>
            </a:extLst>
          </p:cNvPr>
          <p:cNvSpPr>
            <a:spLocks noGrp="1"/>
          </p:cNvSpPr>
          <p:nvPr>
            <p:ph type="title" hasCustomPrompt="1"/>
          </p:nvPr>
        </p:nvSpPr>
        <p:spPr>
          <a:xfrm>
            <a:off x="429545" y="3029995"/>
            <a:ext cx="9401560" cy="1793104"/>
          </a:xfrm>
          <a:noFill/>
        </p:spPr>
        <p:txBody>
          <a:bodyPr lIns="0" tIns="0" rIns="0" bIns="182880" anchor="b" anchorCtr="0"/>
          <a:lstStyle>
            <a:lvl1pPr>
              <a:defRPr sz="5294" strike="noStrike" spc="-147" baseline="0">
                <a:solidFill>
                  <a:srgbClr val="FFFFFF"/>
                </a:solidFill>
              </a:defRPr>
            </a:lvl1pPr>
          </a:lstStyle>
          <a:p>
            <a:r>
              <a:rPr lang="en-US"/>
              <a:t>Microsoft 365</a:t>
            </a:r>
            <a:br>
              <a:rPr lang="en-US"/>
            </a:br>
            <a:r>
              <a:rPr lang="en-US"/>
              <a:t>title or event name</a:t>
            </a:r>
          </a:p>
        </p:txBody>
      </p:sp>
      <p:sp>
        <p:nvSpPr>
          <p:cNvPr id="8" name="Text Placeholder 4">
            <a:extLst>
              <a:ext uri="{FF2B5EF4-FFF2-40B4-BE49-F238E27FC236}">
                <a16:creationId xmlns:a16="http://schemas.microsoft.com/office/drawing/2014/main" id="{785A3DC9-B076-4B37-93A9-33E5EB147888}"/>
              </a:ext>
            </a:extLst>
          </p:cNvPr>
          <p:cNvSpPr>
            <a:spLocks noGrp="1"/>
          </p:cNvSpPr>
          <p:nvPr>
            <p:ph type="body" sz="quarter" idx="12" hasCustomPrompt="1"/>
          </p:nvPr>
        </p:nvSpPr>
        <p:spPr>
          <a:xfrm>
            <a:off x="429545" y="4826339"/>
            <a:ext cx="9401560" cy="945435"/>
          </a:xfrm>
          <a:noFill/>
        </p:spPr>
        <p:txBody>
          <a:bodyPr lIns="0" tIns="0" rIns="0" bIns="0">
            <a:noAutofit/>
          </a:bodyPr>
          <a:lstStyle>
            <a:lvl1pPr marL="0" indent="0">
              <a:lnSpc>
                <a:spcPct val="100000"/>
              </a:lnSpc>
              <a:spcBef>
                <a:spcPts val="0"/>
              </a:spcBef>
              <a:buNone/>
              <a:defRPr sz="1568" spc="0" baseline="0">
                <a:solidFill>
                  <a:srgbClr val="FFFFFF"/>
                </a:solidFill>
                <a:latin typeface="+mn-lt"/>
              </a:defRPr>
            </a:lvl1pPr>
          </a:lstStyle>
          <a:p>
            <a:pPr lvl="0"/>
            <a:r>
              <a:rPr lang="en-US"/>
              <a:t>Author name</a:t>
            </a:r>
          </a:p>
          <a:p>
            <a:pPr lvl="0"/>
            <a:r>
              <a:rPr lang="en-US"/>
              <a:t>Date</a:t>
            </a:r>
          </a:p>
        </p:txBody>
      </p:sp>
      <p:pic>
        <p:nvPicPr>
          <p:cNvPr id="11" name="Picture 10">
            <a:extLst>
              <a:ext uri="{FF2B5EF4-FFF2-40B4-BE49-F238E27FC236}">
                <a16:creationId xmlns:a16="http://schemas.microsoft.com/office/drawing/2014/main" id="{532130BA-65C8-41A2-A19D-07A9005A5B18}"/>
              </a:ext>
            </a:extLst>
          </p:cNvPr>
          <p:cNvPicPr>
            <a:picLocks noChangeAspect="1"/>
          </p:cNvPicPr>
          <p:nvPr userDrawn="1"/>
        </p:nvPicPr>
        <p:blipFill>
          <a:blip r:embed="rId3"/>
          <a:stretch>
            <a:fillRect/>
          </a:stretch>
        </p:blipFill>
        <p:spPr>
          <a:xfrm>
            <a:off x="426424" y="438438"/>
            <a:ext cx="1364901" cy="224637"/>
          </a:xfrm>
          <a:prstGeom prst="rect">
            <a:avLst/>
          </a:prstGeom>
        </p:spPr>
      </p:pic>
    </p:spTree>
    <p:extLst>
      <p:ext uri="{BB962C8B-B14F-4D97-AF65-F5344CB8AC3E}">
        <p14:creationId xmlns:p14="http://schemas.microsoft.com/office/powerpoint/2010/main" val="6567226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slide photo 5">
    <p:spTree>
      <p:nvGrpSpPr>
        <p:cNvPr id="1" name=""/>
        <p:cNvGrpSpPr/>
        <p:nvPr/>
      </p:nvGrpSpPr>
      <p:grpSpPr>
        <a:xfrm>
          <a:off x="0" y="0"/>
          <a:ext cx="0" cy="0"/>
          <a:chOff x="0" y="0"/>
          <a:chExt cx="0" cy="0"/>
        </a:xfrm>
      </p:grpSpPr>
      <p:pic>
        <p:nvPicPr>
          <p:cNvPr id="10" name="Picture 9" descr="A picture containing sky, tree, transport, outdoor&#10;&#10;Description generated with high confidence">
            <a:extLst>
              <a:ext uri="{FF2B5EF4-FFF2-40B4-BE49-F238E27FC236}">
                <a16:creationId xmlns:a16="http://schemas.microsoft.com/office/drawing/2014/main" id="{A0BFB370-385E-4F69-8EC2-A273C27F7EC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4372"/>
            <a:ext cx="12192000" cy="6853628"/>
          </a:xfrm>
          <a:prstGeom prst="rect">
            <a:avLst/>
          </a:prstGeom>
        </p:spPr>
      </p:pic>
      <p:sp>
        <p:nvSpPr>
          <p:cNvPr id="7" name="Title 1">
            <a:extLst>
              <a:ext uri="{FF2B5EF4-FFF2-40B4-BE49-F238E27FC236}">
                <a16:creationId xmlns:a16="http://schemas.microsoft.com/office/drawing/2014/main" id="{CA7C8B6F-372D-4AED-9EBD-C53B2BF27A24}"/>
              </a:ext>
            </a:extLst>
          </p:cNvPr>
          <p:cNvSpPr>
            <a:spLocks noGrp="1"/>
          </p:cNvSpPr>
          <p:nvPr>
            <p:ph type="title" hasCustomPrompt="1"/>
          </p:nvPr>
        </p:nvSpPr>
        <p:spPr>
          <a:xfrm>
            <a:off x="429545" y="3029995"/>
            <a:ext cx="9401560" cy="1793104"/>
          </a:xfrm>
          <a:noFill/>
        </p:spPr>
        <p:txBody>
          <a:bodyPr lIns="0" tIns="0" rIns="0" bIns="182880" anchor="b" anchorCtr="0"/>
          <a:lstStyle>
            <a:lvl1pPr>
              <a:defRPr sz="5294" strike="noStrike" spc="-147" baseline="0">
                <a:solidFill>
                  <a:srgbClr val="000000"/>
                </a:solidFill>
              </a:defRPr>
            </a:lvl1pPr>
          </a:lstStyle>
          <a:p>
            <a:r>
              <a:rPr lang="en-US"/>
              <a:t>Microsoft 365</a:t>
            </a:r>
            <a:br>
              <a:rPr lang="en-US"/>
            </a:br>
            <a:r>
              <a:rPr lang="en-US"/>
              <a:t>title or event name</a:t>
            </a:r>
          </a:p>
        </p:txBody>
      </p:sp>
      <p:sp>
        <p:nvSpPr>
          <p:cNvPr id="8" name="Text Placeholder 4">
            <a:extLst>
              <a:ext uri="{FF2B5EF4-FFF2-40B4-BE49-F238E27FC236}">
                <a16:creationId xmlns:a16="http://schemas.microsoft.com/office/drawing/2014/main" id="{785A3DC9-B076-4B37-93A9-33E5EB147888}"/>
              </a:ext>
            </a:extLst>
          </p:cNvPr>
          <p:cNvSpPr>
            <a:spLocks noGrp="1"/>
          </p:cNvSpPr>
          <p:nvPr>
            <p:ph type="body" sz="quarter" idx="12" hasCustomPrompt="1"/>
          </p:nvPr>
        </p:nvSpPr>
        <p:spPr>
          <a:xfrm>
            <a:off x="429545" y="4826339"/>
            <a:ext cx="9401560" cy="945435"/>
          </a:xfrm>
          <a:noFill/>
        </p:spPr>
        <p:txBody>
          <a:bodyPr lIns="0" tIns="0" rIns="0" bIns="0">
            <a:noAutofit/>
          </a:bodyPr>
          <a:lstStyle>
            <a:lvl1pPr marL="0" indent="0">
              <a:lnSpc>
                <a:spcPct val="100000"/>
              </a:lnSpc>
              <a:spcBef>
                <a:spcPts val="0"/>
              </a:spcBef>
              <a:buNone/>
              <a:defRPr sz="1568" spc="0" baseline="0">
                <a:solidFill>
                  <a:srgbClr val="000000"/>
                </a:solidFill>
                <a:latin typeface="+mn-lt"/>
              </a:defRPr>
            </a:lvl1pPr>
          </a:lstStyle>
          <a:p>
            <a:pPr lvl="0"/>
            <a:r>
              <a:rPr lang="en-US"/>
              <a:t>Author name</a:t>
            </a:r>
          </a:p>
          <a:p>
            <a:pPr lvl="0"/>
            <a:r>
              <a:rPr lang="en-US"/>
              <a:t>Date</a:t>
            </a:r>
          </a:p>
        </p:txBody>
      </p:sp>
      <p:pic>
        <p:nvPicPr>
          <p:cNvPr id="9" name="Picture 8">
            <a:extLst>
              <a:ext uri="{FF2B5EF4-FFF2-40B4-BE49-F238E27FC236}">
                <a16:creationId xmlns:a16="http://schemas.microsoft.com/office/drawing/2014/main" id="{BCB88EBE-379A-429E-B92F-5B1D87811231}"/>
              </a:ext>
            </a:extLst>
          </p:cNvPr>
          <p:cNvPicPr>
            <a:picLocks noChangeAspect="1"/>
          </p:cNvPicPr>
          <p:nvPr userDrawn="1"/>
        </p:nvPicPr>
        <p:blipFill>
          <a:blip r:embed="rId3"/>
          <a:stretch>
            <a:fillRect/>
          </a:stretch>
        </p:blipFill>
        <p:spPr>
          <a:xfrm>
            <a:off x="426425" y="438484"/>
            <a:ext cx="1361869" cy="224138"/>
          </a:xfrm>
          <a:prstGeom prst="rect">
            <a:avLst/>
          </a:prstGeom>
        </p:spPr>
      </p:pic>
    </p:spTree>
    <p:extLst>
      <p:ext uri="{BB962C8B-B14F-4D97-AF65-F5344CB8AC3E}">
        <p14:creationId xmlns:p14="http://schemas.microsoft.com/office/powerpoint/2010/main" val="39838778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0357" y="1183795"/>
            <a:ext cx="3628455" cy="1174324"/>
          </a:xfrm>
        </p:spPr>
        <p:txBody>
          <a:bodyPr lIns="0" tIns="0" rIns="0" bIns="0"/>
          <a:lstStyle>
            <a:lvl1pPr>
              <a:lnSpc>
                <a:spcPct val="100000"/>
              </a:lnSpc>
              <a:defRPr sz="1961" spc="0" baseline="0">
                <a:solidFill>
                  <a:srgbClr val="000000"/>
                </a:solidFill>
              </a:defRPr>
            </a:lvl1pPr>
          </a:lstStyle>
          <a:p>
            <a:r>
              <a:rPr lang="en-US"/>
              <a:t>Contents</a:t>
            </a:r>
          </a:p>
        </p:txBody>
      </p:sp>
      <p:sp>
        <p:nvSpPr>
          <p:cNvPr id="4" name="Text Placeholder 3"/>
          <p:cNvSpPr>
            <a:spLocks noGrp="1"/>
          </p:cNvSpPr>
          <p:nvPr>
            <p:ph type="body" sz="quarter" idx="10" hasCustomPrompt="1"/>
          </p:nvPr>
        </p:nvSpPr>
        <p:spPr>
          <a:xfrm>
            <a:off x="6212722" y="1183794"/>
            <a:ext cx="3618382" cy="3312974"/>
          </a:xfrm>
        </p:spPr>
        <p:txBody>
          <a:bodyPr wrap="square" lIns="0" tIns="0" rIns="0" bIns="0">
            <a:noAutofit/>
          </a:bodyPr>
          <a:lstStyle>
            <a:lvl1pPr marL="0" marR="0" indent="0" algn="l" defTabSz="507330" rtl="0" eaLnBrk="1" fontAlgn="auto" latinLnBrk="0" hangingPunct="1">
              <a:lnSpc>
                <a:spcPct val="100000"/>
              </a:lnSpc>
              <a:spcBef>
                <a:spcPts val="0"/>
              </a:spcBef>
              <a:spcAft>
                <a:spcPts val="980"/>
              </a:spcAft>
              <a:buClrTx/>
              <a:buSzPct val="90000"/>
              <a:buFont typeface="Wingdings" panose="05000000000000000000" pitchFamily="2" charset="2"/>
              <a:buNone/>
              <a:tabLst/>
              <a:defRPr sz="1961" spc="0" baseline="0">
                <a:solidFill>
                  <a:schemeClr val="accent1"/>
                </a:solidFill>
                <a:latin typeface="+mj-lt"/>
              </a:defRPr>
            </a:lvl1pPr>
            <a:lvl2pPr marL="224097" indent="0">
              <a:buNone/>
              <a:defRPr sz="1765"/>
            </a:lvl2pPr>
            <a:lvl3pPr marL="448193" indent="0">
              <a:buNone/>
              <a:defRPr sz="1765"/>
            </a:lvl3pPr>
            <a:lvl4pPr marL="672290" indent="0">
              <a:buNone/>
              <a:defRPr sz="1765"/>
            </a:lvl4pPr>
            <a:lvl5pPr marL="896386" indent="0">
              <a:buNone/>
              <a:defRPr sz="1765"/>
            </a:lvl5pPr>
          </a:lstStyle>
          <a:p>
            <a:pPr lvl="0"/>
            <a:r>
              <a:rPr lang="en-US"/>
              <a:t>##	Section title</a:t>
            </a:r>
          </a:p>
          <a:p>
            <a:pPr lvl="0"/>
            <a:r>
              <a:rPr lang="en-US"/>
              <a:t>##	Section title</a:t>
            </a:r>
          </a:p>
          <a:p>
            <a:pPr lvl="0"/>
            <a:r>
              <a:rPr lang="en-US"/>
              <a:t>##	Section title</a:t>
            </a:r>
          </a:p>
          <a:p>
            <a:pPr lvl="0"/>
            <a:r>
              <a:rPr lang="en-US"/>
              <a:t>##	Section title</a:t>
            </a:r>
          </a:p>
          <a:p>
            <a:pPr lvl="0"/>
            <a:r>
              <a:rPr lang="en-US"/>
              <a:t>##	Section title</a:t>
            </a:r>
          </a:p>
          <a:p>
            <a:pPr lvl="0"/>
            <a:r>
              <a:rPr lang="en-US"/>
              <a:t>##	Section title</a:t>
            </a:r>
          </a:p>
          <a:p>
            <a:pPr lvl="0"/>
            <a:r>
              <a:rPr lang="en-US"/>
              <a:t>##	Section title</a:t>
            </a:r>
          </a:p>
        </p:txBody>
      </p:sp>
    </p:spTree>
    <p:extLst>
      <p:ext uri="{BB962C8B-B14F-4D97-AF65-F5344CB8AC3E}">
        <p14:creationId xmlns:p14="http://schemas.microsoft.com/office/powerpoint/2010/main" val="3612255178"/>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mp; body slide">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0A83EF54-F800-4521-AA68-2B27B0B561A2}"/>
              </a:ext>
            </a:extLst>
          </p:cNvPr>
          <p:cNvSpPr>
            <a:spLocks noGrp="1"/>
          </p:cNvSpPr>
          <p:nvPr>
            <p:ph type="body" sz="quarter" idx="10" hasCustomPrompt="1"/>
          </p:nvPr>
        </p:nvSpPr>
        <p:spPr>
          <a:xfrm>
            <a:off x="429383" y="2124908"/>
            <a:ext cx="11333080" cy="1498787"/>
          </a:xfrm>
        </p:spPr>
        <p:txBody>
          <a:bodyPr wrap="square" lIns="0" tIns="0" rIns="0" bIns="0">
            <a:spAutoFit/>
          </a:bodyPr>
          <a:lstStyle>
            <a:lvl1pPr marL="0" indent="0">
              <a:lnSpc>
                <a:spcPct val="100000"/>
              </a:lnSpc>
              <a:spcBef>
                <a:spcPts val="1961"/>
              </a:spcBef>
              <a:spcAft>
                <a:spcPts val="0"/>
              </a:spcAft>
              <a:buNone/>
              <a:defRPr sz="2549" b="0" i="0">
                <a:solidFill>
                  <a:srgbClr val="000000"/>
                </a:solidFill>
                <a:latin typeface="+mn-lt"/>
              </a:defRPr>
            </a:lvl1pPr>
            <a:lvl2pPr marL="224097" indent="0">
              <a:lnSpc>
                <a:spcPct val="100000"/>
              </a:lnSpc>
              <a:spcBef>
                <a:spcPts val="1961"/>
              </a:spcBef>
              <a:spcAft>
                <a:spcPts val="0"/>
              </a:spcAft>
              <a:buNone/>
              <a:defRPr sz="1961">
                <a:solidFill>
                  <a:srgbClr val="000000"/>
                </a:solidFill>
              </a:defRPr>
            </a:lvl2pPr>
            <a:lvl3pPr marL="448193" indent="0">
              <a:lnSpc>
                <a:spcPct val="100000"/>
              </a:lnSpc>
              <a:spcBef>
                <a:spcPts val="1961"/>
              </a:spcBef>
              <a:spcAft>
                <a:spcPts val="0"/>
              </a:spcAft>
              <a:buNone/>
              <a:defRPr sz="1961">
                <a:solidFill>
                  <a:srgbClr val="000000"/>
                </a:solidFill>
              </a:defRPr>
            </a:lvl3pPr>
            <a:lvl4pPr marL="672290" indent="0">
              <a:spcBef>
                <a:spcPts val="0"/>
              </a:spcBef>
              <a:spcAft>
                <a:spcPts val="1274"/>
              </a:spcAft>
              <a:buNone/>
              <a:defRPr sz="1961"/>
            </a:lvl4pPr>
            <a:lvl5pPr marL="896386" indent="0">
              <a:buNone/>
              <a:defRPr/>
            </a:lvl5pPr>
          </a:lstStyle>
          <a:p>
            <a:pPr lvl="0"/>
            <a:r>
              <a:rPr lang="en-US"/>
              <a:t>First level Segoe UI 26</a:t>
            </a:r>
          </a:p>
          <a:p>
            <a:pPr lvl="1"/>
            <a:r>
              <a:rPr lang="en-US"/>
              <a:t>Second level Segoe UI 20</a:t>
            </a:r>
          </a:p>
          <a:p>
            <a:pPr lvl="2"/>
            <a:r>
              <a:rPr lang="en-US"/>
              <a:t>Third level Segoe UI 20</a:t>
            </a:r>
          </a:p>
        </p:txBody>
      </p:sp>
      <p:sp>
        <p:nvSpPr>
          <p:cNvPr id="14" name="Title Placeholder 1">
            <a:extLst>
              <a:ext uri="{FF2B5EF4-FFF2-40B4-BE49-F238E27FC236}">
                <a16:creationId xmlns:a16="http://schemas.microsoft.com/office/drawing/2014/main" id="{AE6F3ED0-7F59-40C0-BDE3-5E04439997A5}"/>
              </a:ext>
            </a:extLst>
          </p:cNvPr>
          <p:cNvSpPr>
            <a:spLocks noGrp="1"/>
          </p:cNvSpPr>
          <p:nvPr>
            <p:ph type="title" hasCustomPrompt="1"/>
          </p:nvPr>
        </p:nvSpPr>
        <p:spPr>
          <a:xfrm>
            <a:off x="429383" y="437538"/>
            <a:ext cx="11333080" cy="742300"/>
          </a:xfrm>
          <a:prstGeom prst="rect">
            <a:avLst/>
          </a:prstGeom>
        </p:spPr>
        <p:txBody>
          <a:bodyPr vert="horz" wrap="square" lIns="0" tIns="164592" rIns="0" bIns="0" rtlCol="0" anchor="t">
            <a:noAutofit/>
          </a:bodyPr>
          <a:lstStyle>
            <a:lvl1pPr>
              <a:defRPr>
                <a:solidFill>
                  <a:srgbClr val="000000"/>
                </a:solidFill>
              </a:defRPr>
            </a:lvl1pPr>
          </a:lstStyle>
          <a:p>
            <a:r>
              <a:rPr lang="en-US"/>
              <a:t>Heading Segoe UI </a:t>
            </a:r>
            <a:r>
              <a:rPr lang="en-US" err="1"/>
              <a:t>Semibold</a:t>
            </a:r>
            <a:r>
              <a:rPr lang="en-US"/>
              <a:t> 32</a:t>
            </a:r>
          </a:p>
        </p:txBody>
      </p:sp>
    </p:spTree>
    <p:extLst>
      <p:ext uri="{BB962C8B-B14F-4D97-AF65-F5344CB8AC3E}">
        <p14:creationId xmlns:p14="http://schemas.microsoft.com/office/powerpoint/2010/main" val="2885709630"/>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03F3274D-8F90-4F75-B990-F6B7A291DE2C}"/>
              </a:ext>
            </a:extLst>
          </p:cNvPr>
          <p:cNvSpPr>
            <a:spLocks noGrp="1"/>
          </p:cNvSpPr>
          <p:nvPr>
            <p:ph type="title" hasCustomPrompt="1"/>
          </p:nvPr>
        </p:nvSpPr>
        <p:spPr>
          <a:xfrm>
            <a:off x="429383" y="437538"/>
            <a:ext cx="11333080" cy="742300"/>
          </a:xfrm>
          <a:prstGeom prst="rect">
            <a:avLst/>
          </a:prstGeom>
        </p:spPr>
        <p:txBody>
          <a:bodyPr vert="horz" wrap="square" lIns="0" tIns="164592" rIns="0" bIns="0" rtlCol="0" anchor="t">
            <a:noAutofit/>
          </a:bodyPr>
          <a:lstStyle>
            <a:lvl1pPr>
              <a:defRPr>
                <a:solidFill>
                  <a:srgbClr val="000000"/>
                </a:solidFill>
              </a:defRPr>
            </a:lvl1pPr>
          </a:lstStyle>
          <a:p>
            <a:r>
              <a:rPr lang="en-US"/>
              <a:t>Title</a:t>
            </a:r>
          </a:p>
        </p:txBody>
      </p:sp>
    </p:spTree>
    <p:extLst>
      <p:ext uri="{BB962C8B-B14F-4D97-AF65-F5344CB8AC3E}">
        <p14:creationId xmlns:p14="http://schemas.microsoft.com/office/powerpoint/2010/main" val="2832124310"/>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hoto layout 1">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6209610" y="2"/>
            <a:ext cx="5982390" cy="6858000"/>
          </a:xfrm>
          <a:blipFill dpi="0" rotWithShape="1">
            <a:blip r:embed="rId2" cstate="screen">
              <a:extLst>
                <a:ext uri="{28A0092B-C50C-407E-A947-70E740481C1C}">
                  <a14:useLocalDpi xmlns:a14="http://schemas.microsoft.com/office/drawing/2010/main"/>
                </a:ext>
              </a:extLst>
            </a:blip>
            <a:srcRect/>
            <a:stretch>
              <a:fillRect/>
            </a:stretch>
          </a:blipFill>
        </p:spPr>
        <p:txBody>
          <a:bodyPr anchor="ctr">
            <a:noAutofit/>
          </a:bodyPr>
          <a:lstStyle>
            <a:lvl1pPr marL="0" indent="0" algn="ctr">
              <a:buNone/>
              <a:defRPr sz="1961">
                <a:solidFill>
                  <a:schemeClr val="bg2"/>
                </a:solidFill>
                <a:latin typeface="+mj-lt"/>
              </a:defRPr>
            </a:lvl1pPr>
          </a:lstStyle>
          <a:p>
            <a:r>
              <a:rPr lang="en-US"/>
              <a:t> </a:t>
            </a:r>
          </a:p>
        </p:txBody>
      </p:sp>
      <p:sp>
        <p:nvSpPr>
          <p:cNvPr id="6" name="Text Placeholder 3">
            <a:extLst>
              <a:ext uri="{FF2B5EF4-FFF2-40B4-BE49-F238E27FC236}">
                <a16:creationId xmlns:a16="http://schemas.microsoft.com/office/drawing/2014/main" id="{71CE2F71-BF91-4E7B-BDE5-A747EFEFF88C}"/>
              </a:ext>
            </a:extLst>
          </p:cNvPr>
          <p:cNvSpPr>
            <a:spLocks noGrp="1"/>
          </p:cNvSpPr>
          <p:nvPr>
            <p:ph type="body" sz="quarter" idx="11" hasCustomPrompt="1"/>
          </p:nvPr>
        </p:nvSpPr>
        <p:spPr>
          <a:xfrm>
            <a:off x="429383" y="2122072"/>
            <a:ext cx="5553007" cy="2374698"/>
          </a:xfrm>
        </p:spPr>
        <p:txBody>
          <a:bodyPr wrap="square" lIns="0" tIns="0" rIns="0" bIns="0">
            <a:noAutofit/>
          </a:bodyPr>
          <a:lstStyle>
            <a:lvl1pPr marL="0" marR="0" indent="0" algn="l" defTabSz="914367" rtl="0" eaLnBrk="1" fontAlgn="auto" latinLnBrk="0" hangingPunct="1">
              <a:lnSpc>
                <a:spcPct val="100000"/>
              </a:lnSpc>
              <a:spcBef>
                <a:spcPts val="1961"/>
              </a:spcBef>
              <a:spcAft>
                <a:spcPts val="0"/>
              </a:spcAft>
              <a:buClrTx/>
              <a:buSzPct val="90000"/>
              <a:buFont typeface="Wingdings" panose="05000000000000000000" pitchFamily="2" charset="2"/>
              <a:buNone/>
              <a:tabLst/>
              <a:defRPr sz="2549" b="0" i="0">
                <a:solidFill>
                  <a:srgbClr val="000000"/>
                </a:solidFill>
                <a:latin typeface="+mn-lt"/>
              </a:defRPr>
            </a:lvl1pPr>
            <a:lvl2pPr marL="224097" marR="0" indent="0" algn="l" defTabSz="914367" rtl="0" eaLnBrk="1" fontAlgn="auto" latinLnBrk="0" hangingPunct="1">
              <a:lnSpc>
                <a:spcPct val="90000"/>
              </a:lnSpc>
              <a:spcBef>
                <a:spcPct val="20000"/>
              </a:spcBef>
              <a:spcAft>
                <a:spcPts val="0"/>
              </a:spcAft>
              <a:buClrTx/>
              <a:buSzPct val="90000"/>
              <a:buFont typeface="Wingdings" panose="05000000000000000000" pitchFamily="2" charset="2"/>
              <a:buNone/>
              <a:tabLst/>
              <a:defRPr/>
            </a:lvl2pPr>
            <a:lvl3pPr marL="448193" indent="0">
              <a:buNone/>
              <a:defRPr/>
            </a:lvl3pPr>
            <a:lvl4pPr marL="672290" indent="0">
              <a:buNone/>
              <a:defRPr/>
            </a:lvl4pPr>
            <a:lvl5pPr marL="896386" indent="0">
              <a:buNone/>
              <a:defRPr/>
            </a:lvl5pPr>
          </a:lstStyle>
          <a:p>
            <a:pPr lvl="0"/>
            <a:r>
              <a:rPr lang="pt-BR"/>
              <a:t>Subhead Segoe UI 26</a:t>
            </a:r>
          </a:p>
          <a:p>
            <a:pPr lvl="0"/>
            <a:r>
              <a:rPr lang="pt-BR"/>
              <a:t>Subhead Segoe UI 26</a:t>
            </a:r>
          </a:p>
          <a:p>
            <a:pPr lvl="0"/>
            <a:r>
              <a:rPr lang="pt-BR"/>
              <a:t>Subhead Segoe UI 26</a:t>
            </a:r>
          </a:p>
        </p:txBody>
      </p:sp>
      <p:sp>
        <p:nvSpPr>
          <p:cNvPr id="3" name="Title 2">
            <a:extLst>
              <a:ext uri="{FF2B5EF4-FFF2-40B4-BE49-F238E27FC236}">
                <a16:creationId xmlns:a16="http://schemas.microsoft.com/office/drawing/2014/main" id="{43E187AA-EF04-4AB1-BC58-089B2A33C59B}"/>
              </a:ext>
            </a:extLst>
          </p:cNvPr>
          <p:cNvSpPr>
            <a:spLocks noGrp="1"/>
          </p:cNvSpPr>
          <p:nvPr>
            <p:ph type="title" hasCustomPrompt="1"/>
          </p:nvPr>
        </p:nvSpPr>
        <p:spPr>
          <a:xfrm>
            <a:off x="429383" y="438785"/>
            <a:ext cx="5553007" cy="741053"/>
          </a:xfrm>
        </p:spPr>
        <p:txBody>
          <a:bodyPr/>
          <a:lstStyle>
            <a:lvl1pPr>
              <a:defRPr/>
            </a:lvl1pPr>
          </a:lstStyle>
          <a:p>
            <a:r>
              <a:rPr lang="en-US"/>
              <a:t>Photo layout 1</a:t>
            </a:r>
          </a:p>
        </p:txBody>
      </p:sp>
    </p:spTree>
    <p:extLst>
      <p:ext uri="{BB962C8B-B14F-4D97-AF65-F5344CB8AC3E}">
        <p14:creationId xmlns:p14="http://schemas.microsoft.com/office/powerpoint/2010/main" val="2506935533"/>
      </p:ext>
    </p:extLst>
  </p:cSld>
  <p:clrMapOvr>
    <a:masterClrMapping/>
  </p:clrMapOvr>
  <p:transition>
    <p:fade/>
  </p:transition>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hoto layout 2">
    <p:spTree>
      <p:nvGrpSpPr>
        <p:cNvPr id="1" name=""/>
        <p:cNvGrpSpPr/>
        <p:nvPr/>
      </p:nvGrpSpPr>
      <p:grpSpPr>
        <a:xfrm>
          <a:off x="0" y="0"/>
          <a:ext cx="0" cy="0"/>
          <a:chOff x="0" y="0"/>
          <a:chExt cx="0" cy="0"/>
        </a:xfrm>
      </p:grpSpPr>
      <p:sp>
        <p:nvSpPr>
          <p:cNvPr id="11" name="Picture Placeholder 10"/>
          <p:cNvSpPr>
            <a:spLocks noGrp="1"/>
          </p:cNvSpPr>
          <p:nvPr>
            <p:ph type="pic" sz="quarter" idx="14" hasCustomPrompt="1"/>
          </p:nvPr>
        </p:nvSpPr>
        <p:spPr>
          <a:xfrm>
            <a:off x="426424" y="2135537"/>
            <a:ext cx="3632388" cy="2583813"/>
          </a:xfrm>
          <a:blipFill>
            <a:blip r:embed="rId2" cstate="screen">
              <a:extLst>
                <a:ext uri="{28A0092B-C50C-407E-A947-70E740481C1C}">
                  <a14:useLocalDpi xmlns:a14="http://schemas.microsoft.com/office/drawing/2010/main"/>
                </a:ext>
              </a:extLst>
            </a:blip>
            <a:stretch>
              <a:fillRect/>
            </a:stretch>
          </a:blipFill>
        </p:spPr>
        <p:txBody>
          <a:bodyPr anchor="ctr">
            <a:noAutofit/>
          </a:bodyPr>
          <a:lstStyle>
            <a:lvl1pPr marL="0" indent="0" algn="ctr">
              <a:buNone/>
              <a:defRPr sz="1961">
                <a:solidFill>
                  <a:schemeClr val="bg2"/>
                </a:solidFill>
                <a:latin typeface="+mj-lt"/>
              </a:defRPr>
            </a:lvl1pPr>
          </a:lstStyle>
          <a:p>
            <a:r>
              <a:rPr lang="en-US"/>
              <a:t> </a:t>
            </a:r>
          </a:p>
        </p:txBody>
      </p:sp>
      <p:sp>
        <p:nvSpPr>
          <p:cNvPr id="12" name="Picture Placeholder 10"/>
          <p:cNvSpPr>
            <a:spLocks noGrp="1"/>
          </p:cNvSpPr>
          <p:nvPr>
            <p:ph type="pic" sz="quarter" idx="15" hasCustomPrompt="1"/>
          </p:nvPr>
        </p:nvSpPr>
        <p:spPr>
          <a:xfrm>
            <a:off x="4281364" y="2135537"/>
            <a:ext cx="3623050" cy="2583813"/>
          </a:xfrm>
          <a:blipFill>
            <a:blip r:embed="rId3" cstate="screen">
              <a:extLst>
                <a:ext uri="{28A0092B-C50C-407E-A947-70E740481C1C}">
                  <a14:useLocalDpi xmlns:a14="http://schemas.microsoft.com/office/drawing/2010/main"/>
                </a:ext>
              </a:extLst>
            </a:blip>
            <a:stretch>
              <a:fillRect/>
            </a:stretch>
          </a:blipFill>
        </p:spPr>
        <p:txBody>
          <a:bodyPr anchor="ctr">
            <a:noAutofit/>
          </a:bodyPr>
          <a:lstStyle>
            <a:lvl1pPr marL="0" indent="0" algn="ctr">
              <a:buNone/>
              <a:defRPr sz="1961">
                <a:solidFill>
                  <a:schemeClr val="bg2"/>
                </a:solidFill>
                <a:latin typeface="+mj-lt"/>
              </a:defRPr>
            </a:lvl1pPr>
          </a:lstStyle>
          <a:p>
            <a:r>
              <a:rPr lang="en-US"/>
              <a:t> </a:t>
            </a:r>
          </a:p>
        </p:txBody>
      </p:sp>
      <p:sp>
        <p:nvSpPr>
          <p:cNvPr id="13" name="Picture Placeholder 10"/>
          <p:cNvSpPr>
            <a:spLocks noGrp="1"/>
          </p:cNvSpPr>
          <p:nvPr>
            <p:ph type="pic" sz="quarter" idx="16" hasCustomPrompt="1"/>
          </p:nvPr>
        </p:nvSpPr>
        <p:spPr>
          <a:xfrm>
            <a:off x="8126964" y="2135538"/>
            <a:ext cx="3634002" cy="2583814"/>
          </a:xfrm>
          <a:blipFill>
            <a:blip r:embed="rId4" cstate="screen">
              <a:extLst>
                <a:ext uri="{28A0092B-C50C-407E-A947-70E740481C1C}">
                  <a14:useLocalDpi xmlns:a14="http://schemas.microsoft.com/office/drawing/2010/main"/>
                </a:ext>
              </a:extLst>
            </a:blip>
            <a:stretch>
              <a:fillRect/>
            </a:stretch>
          </a:blipFill>
        </p:spPr>
        <p:txBody>
          <a:bodyPr anchor="ctr">
            <a:noAutofit/>
          </a:bodyPr>
          <a:lstStyle>
            <a:lvl1pPr marL="0" indent="0" algn="ctr">
              <a:buNone/>
              <a:defRPr sz="1961">
                <a:solidFill>
                  <a:schemeClr val="bg2"/>
                </a:solidFill>
                <a:latin typeface="+mj-lt"/>
              </a:defRPr>
            </a:lvl1pPr>
          </a:lstStyle>
          <a:p>
            <a:r>
              <a:rPr lang="en-US"/>
              <a:t> </a:t>
            </a:r>
          </a:p>
        </p:txBody>
      </p:sp>
      <p:sp>
        <p:nvSpPr>
          <p:cNvPr id="5" name="Text Placeholder 4"/>
          <p:cNvSpPr>
            <a:spLocks noGrp="1"/>
          </p:cNvSpPr>
          <p:nvPr>
            <p:ph type="body" sz="quarter" idx="11" hasCustomPrompt="1"/>
          </p:nvPr>
        </p:nvSpPr>
        <p:spPr>
          <a:xfrm>
            <a:off x="426425" y="4927922"/>
            <a:ext cx="3630521" cy="1408256"/>
          </a:xfrm>
        </p:spPr>
        <p:txBody>
          <a:bodyPr lIns="0" tIns="0" rIns="0" bIns="0"/>
          <a:lstStyle>
            <a:lvl1pPr marL="0" indent="0">
              <a:lnSpc>
                <a:spcPct val="100000"/>
              </a:lnSpc>
              <a:spcBef>
                <a:spcPts val="1568"/>
              </a:spcBef>
              <a:spcAft>
                <a:spcPts val="0"/>
              </a:spcAft>
              <a:buNone/>
              <a:defRPr sz="1568" b="1">
                <a:solidFill>
                  <a:schemeClr val="accent1"/>
                </a:solidFill>
                <a:latin typeface="+mj-lt"/>
              </a:defRPr>
            </a:lvl1pPr>
            <a:lvl2pPr marL="0" marR="0" indent="0" algn="l" defTabSz="914367" rtl="0" eaLnBrk="1" fontAlgn="auto" latinLnBrk="0" hangingPunct="1">
              <a:lnSpc>
                <a:spcPct val="100000"/>
              </a:lnSpc>
              <a:spcBef>
                <a:spcPts val="1568"/>
              </a:spcBef>
              <a:spcAft>
                <a:spcPts val="0"/>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16</a:t>
            </a:r>
          </a:p>
          <a:p>
            <a:pPr lvl="1"/>
            <a:r>
              <a:rPr lang="en-US"/>
              <a:t>Body copy Segoe Regular 16.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a:t>
            </a:r>
            <a:r>
              <a:rPr lang="en-US"/>
              <a:t>.</a:t>
            </a:r>
          </a:p>
        </p:txBody>
      </p:sp>
      <p:sp>
        <p:nvSpPr>
          <p:cNvPr id="9" name="Text Placeholder 4"/>
          <p:cNvSpPr>
            <a:spLocks noGrp="1"/>
          </p:cNvSpPr>
          <p:nvPr>
            <p:ph type="body" sz="quarter" idx="12" hasCustomPrompt="1"/>
          </p:nvPr>
        </p:nvSpPr>
        <p:spPr>
          <a:xfrm>
            <a:off x="4281361" y="4927922"/>
            <a:ext cx="3623050" cy="1408256"/>
          </a:xfrm>
        </p:spPr>
        <p:txBody>
          <a:bodyPr lIns="0" tIns="0" rIns="0" bIns="0"/>
          <a:lstStyle>
            <a:lvl1pPr marL="0" indent="0">
              <a:lnSpc>
                <a:spcPct val="100000"/>
              </a:lnSpc>
              <a:spcBef>
                <a:spcPts val="1568"/>
              </a:spcBef>
              <a:spcAft>
                <a:spcPts val="0"/>
              </a:spcAft>
              <a:buNone/>
              <a:defRPr sz="1568">
                <a:solidFill>
                  <a:schemeClr val="accent1"/>
                </a:solidFill>
                <a:latin typeface="+mj-lt"/>
              </a:defRPr>
            </a:lvl1pPr>
            <a:lvl2pPr marL="0" marR="0" indent="0" algn="l" defTabSz="914367" rtl="0" eaLnBrk="1" fontAlgn="auto" latinLnBrk="0" hangingPunct="1">
              <a:lnSpc>
                <a:spcPct val="100000"/>
              </a:lnSpc>
              <a:spcBef>
                <a:spcPts val="1568"/>
              </a:spcBef>
              <a:spcAft>
                <a:spcPts val="0"/>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16</a:t>
            </a:r>
          </a:p>
          <a:p>
            <a:pPr lvl="1"/>
            <a:r>
              <a:rPr lang="en-US"/>
              <a:t>Body copy Segoe Regular 16.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a:t>
            </a:r>
            <a:r>
              <a:rPr lang="en-US"/>
              <a:t>.</a:t>
            </a:r>
          </a:p>
        </p:txBody>
      </p:sp>
      <p:sp>
        <p:nvSpPr>
          <p:cNvPr id="10" name="Text Placeholder 4"/>
          <p:cNvSpPr>
            <a:spLocks noGrp="1"/>
          </p:cNvSpPr>
          <p:nvPr>
            <p:ph type="body" sz="quarter" idx="13" hasCustomPrompt="1"/>
          </p:nvPr>
        </p:nvSpPr>
        <p:spPr>
          <a:xfrm>
            <a:off x="8126963" y="4927922"/>
            <a:ext cx="3630521" cy="1408256"/>
          </a:xfrm>
        </p:spPr>
        <p:txBody>
          <a:bodyPr lIns="0" tIns="0" rIns="0" bIns="0"/>
          <a:lstStyle>
            <a:lvl1pPr marL="0" indent="0">
              <a:lnSpc>
                <a:spcPct val="100000"/>
              </a:lnSpc>
              <a:spcBef>
                <a:spcPts val="1568"/>
              </a:spcBef>
              <a:spcAft>
                <a:spcPts val="0"/>
              </a:spcAft>
              <a:buNone/>
              <a:defRPr sz="1568">
                <a:solidFill>
                  <a:schemeClr val="accent1"/>
                </a:solidFill>
                <a:latin typeface="+mj-lt"/>
              </a:defRPr>
            </a:lvl1pPr>
            <a:lvl2pPr marL="0" marR="0" indent="0" algn="l" defTabSz="914367" rtl="0" eaLnBrk="1" fontAlgn="auto" latinLnBrk="0" hangingPunct="1">
              <a:lnSpc>
                <a:spcPct val="100000"/>
              </a:lnSpc>
              <a:spcBef>
                <a:spcPts val="1568"/>
              </a:spcBef>
              <a:spcAft>
                <a:spcPts val="0"/>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bold 16</a:t>
            </a:r>
          </a:p>
          <a:p>
            <a:pPr lvl="1"/>
            <a:r>
              <a:rPr lang="en-US"/>
              <a:t>Body copy Segoe Regular 16.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a:t>
            </a:r>
            <a:r>
              <a:rPr lang="en-US"/>
              <a:t>.</a:t>
            </a:r>
          </a:p>
        </p:txBody>
      </p:sp>
      <p:sp>
        <p:nvSpPr>
          <p:cNvPr id="14" name="Title Placeholder 1">
            <a:extLst>
              <a:ext uri="{FF2B5EF4-FFF2-40B4-BE49-F238E27FC236}">
                <a16:creationId xmlns:a16="http://schemas.microsoft.com/office/drawing/2014/main" id="{54138D0E-FA08-493B-A3B5-1ED81872ADC9}"/>
              </a:ext>
            </a:extLst>
          </p:cNvPr>
          <p:cNvSpPr>
            <a:spLocks noGrp="1"/>
          </p:cNvSpPr>
          <p:nvPr>
            <p:ph type="title" hasCustomPrompt="1"/>
          </p:nvPr>
        </p:nvSpPr>
        <p:spPr>
          <a:xfrm>
            <a:off x="430929" y="440497"/>
            <a:ext cx="11326555" cy="739343"/>
          </a:xfrm>
          <a:prstGeom prst="rect">
            <a:avLst/>
          </a:prstGeom>
        </p:spPr>
        <p:txBody>
          <a:bodyPr vert="horz" wrap="square" lIns="0" tIns="164592" rIns="0" bIns="0" rtlCol="0" anchor="t">
            <a:noAutofit/>
          </a:bodyPr>
          <a:lstStyle>
            <a:lvl1pPr>
              <a:defRPr/>
            </a:lvl1pPr>
          </a:lstStyle>
          <a:p>
            <a:r>
              <a:rPr lang="en-US"/>
              <a:t>Photo layout 2</a:t>
            </a:r>
          </a:p>
        </p:txBody>
      </p:sp>
    </p:spTree>
    <p:extLst>
      <p:ext uri="{BB962C8B-B14F-4D97-AF65-F5344CB8AC3E}">
        <p14:creationId xmlns:p14="http://schemas.microsoft.com/office/powerpoint/2010/main" val="2597341092"/>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evice layout">
    <p:spTree>
      <p:nvGrpSpPr>
        <p:cNvPr id="1" name=""/>
        <p:cNvGrpSpPr/>
        <p:nvPr/>
      </p:nvGrpSpPr>
      <p:grpSpPr>
        <a:xfrm>
          <a:off x="0" y="0"/>
          <a:ext cx="0" cy="0"/>
          <a:chOff x="0" y="0"/>
          <a:chExt cx="0" cy="0"/>
        </a:xfrm>
      </p:grpSpPr>
      <p:sp>
        <p:nvSpPr>
          <p:cNvPr id="3" name="Online Image Placeholder 2">
            <a:extLst>
              <a:ext uri="{FF2B5EF4-FFF2-40B4-BE49-F238E27FC236}">
                <a16:creationId xmlns:a16="http://schemas.microsoft.com/office/drawing/2014/main" id="{562D5679-B66F-A244-9E94-0FFE5F1B6168}"/>
              </a:ext>
            </a:extLst>
          </p:cNvPr>
          <p:cNvSpPr>
            <a:spLocks noGrp="1"/>
          </p:cNvSpPr>
          <p:nvPr>
            <p:ph type="clipArt" sz="quarter" idx="11" hasCustomPrompt="1"/>
          </p:nvPr>
        </p:nvSpPr>
        <p:spPr>
          <a:xfrm>
            <a:off x="6213692" y="2126903"/>
            <a:ext cx="5545571" cy="3775398"/>
          </a:xfrm>
        </p:spPr>
        <p:txBody>
          <a:bodyPr anchor="ctr">
            <a:noAutofit/>
          </a:bodyPr>
          <a:lstStyle>
            <a:lvl1pPr algn="ctr">
              <a:defRPr sz="1961">
                <a:latin typeface="+mj-lt"/>
              </a:defRPr>
            </a:lvl1pPr>
          </a:lstStyle>
          <a:p>
            <a:r>
              <a:rPr lang="en-US"/>
              <a:t> </a:t>
            </a:r>
          </a:p>
        </p:txBody>
      </p:sp>
      <p:sp>
        <p:nvSpPr>
          <p:cNvPr id="4" name="Text Placeholder 3"/>
          <p:cNvSpPr>
            <a:spLocks noGrp="1"/>
          </p:cNvSpPr>
          <p:nvPr>
            <p:ph type="body" sz="quarter" idx="10" hasCustomPrompt="1"/>
          </p:nvPr>
        </p:nvSpPr>
        <p:spPr>
          <a:xfrm>
            <a:off x="432738" y="2126903"/>
            <a:ext cx="5228893" cy="2592447"/>
          </a:xfrm>
        </p:spPr>
        <p:txBody>
          <a:bodyPr wrap="square" lIns="0" tIns="0" rIns="0" bIns="0">
            <a:noAutofit/>
          </a:bodyPr>
          <a:lstStyle>
            <a:lvl1pPr marL="0" marR="0" indent="0" algn="l" defTabSz="914367" rtl="0" eaLnBrk="1" fontAlgn="auto" latinLnBrk="0" hangingPunct="1">
              <a:lnSpc>
                <a:spcPct val="100000"/>
              </a:lnSpc>
              <a:spcBef>
                <a:spcPts val="1961"/>
              </a:spcBef>
              <a:spcAft>
                <a:spcPts val="0"/>
              </a:spcAft>
              <a:buClrTx/>
              <a:buSzPct val="90000"/>
              <a:buFont typeface="Wingdings" panose="05000000000000000000" pitchFamily="2" charset="2"/>
              <a:buNone/>
              <a:tabLst/>
              <a:defRPr sz="2549" b="0" i="0">
                <a:solidFill>
                  <a:srgbClr val="000000"/>
                </a:solidFill>
                <a:latin typeface="+mn-lt"/>
              </a:defRPr>
            </a:lvl1pPr>
            <a:lvl2pPr marL="224097" marR="0" indent="0" algn="l" defTabSz="914367" rtl="0" eaLnBrk="1" fontAlgn="auto" latinLnBrk="0" hangingPunct="1">
              <a:lnSpc>
                <a:spcPct val="90000"/>
              </a:lnSpc>
              <a:spcBef>
                <a:spcPct val="20000"/>
              </a:spcBef>
              <a:spcAft>
                <a:spcPts val="0"/>
              </a:spcAft>
              <a:buClrTx/>
              <a:buSzPct val="90000"/>
              <a:buFont typeface="Wingdings" panose="05000000000000000000" pitchFamily="2" charset="2"/>
              <a:buNone/>
              <a:tabLst/>
              <a:defRPr/>
            </a:lvl2pPr>
            <a:lvl3pPr marL="448193" indent="0">
              <a:buNone/>
              <a:defRPr/>
            </a:lvl3pPr>
            <a:lvl4pPr marL="672290" indent="0">
              <a:buNone/>
              <a:defRPr/>
            </a:lvl4pPr>
            <a:lvl5pPr marL="896386" indent="0">
              <a:buNone/>
              <a:defRPr/>
            </a:lvl5pPr>
          </a:lstStyle>
          <a:p>
            <a:pPr lvl="0"/>
            <a:r>
              <a:rPr lang="pt-BR"/>
              <a:t>Subhead Segoe UI 26</a:t>
            </a:r>
          </a:p>
          <a:p>
            <a:pPr lvl="0"/>
            <a:r>
              <a:rPr lang="pt-BR"/>
              <a:t>Subhead Segoe UI 26</a:t>
            </a:r>
          </a:p>
          <a:p>
            <a:pPr lvl="0"/>
            <a:r>
              <a:rPr lang="pt-BR"/>
              <a:t>Subhead Segoe UI 26</a:t>
            </a:r>
          </a:p>
        </p:txBody>
      </p:sp>
      <p:sp>
        <p:nvSpPr>
          <p:cNvPr id="2" name="Title 1">
            <a:extLst>
              <a:ext uri="{FF2B5EF4-FFF2-40B4-BE49-F238E27FC236}">
                <a16:creationId xmlns:a16="http://schemas.microsoft.com/office/drawing/2014/main" id="{5B11769B-2C5C-4432-BC0E-481D5EFABA81}"/>
              </a:ext>
            </a:extLst>
          </p:cNvPr>
          <p:cNvSpPr>
            <a:spLocks noGrp="1"/>
          </p:cNvSpPr>
          <p:nvPr>
            <p:ph type="title" hasCustomPrompt="1"/>
          </p:nvPr>
        </p:nvSpPr>
        <p:spPr/>
        <p:txBody>
          <a:bodyPr/>
          <a:lstStyle>
            <a:lvl1pPr>
              <a:defRPr/>
            </a:lvl1pPr>
          </a:lstStyle>
          <a:p>
            <a:r>
              <a:rPr lang="en-US"/>
              <a:t>Device layout</a:t>
            </a:r>
          </a:p>
        </p:txBody>
      </p:sp>
    </p:spTree>
    <p:extLst>
      <p:ext uri="{BB962C8B-B14F-4D97-AF65-F5344CB8AC3E}">
        <p14:creationId xmlns:p14="http://schemas.microsoft.com/office/powerpoint/2010/main" val="2895515910"/>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Graphic layout: three columns graphic and text">
    <p:spTree>
      <p:nvGrpSpPr>
        <p:cNvPr id="1" name=""/>
        <p:cNvGrpSpPr/>
        <p:nvPr/>
      </p:nvGrpSpPr>
      <p:grpSpPr>
        <a:xfrm>
          <a:off x="0" y="0"/>
          <a:ext cx="0" cy="0"/>
          <a:chOff x="0" y="0"/>
          <a:chExt cx="0" cy="0"/>
        </a:xfrm>
      </p:grpSpPr>
      <p:sp>
        <p:nvSpPr>
          <p:cNvPr id="3" name="Rectangle 2"/>
          <p:cNvSpPr/>
          <p:nvPr userDrawn="1"/>
        </p:nvSpPr>
        <p:spPr bwMode="auto">
          <a:xfrm>
            <a:off x="426425" y="1599723"/>
            <a:ext cx="3632388" cy="3128966"/>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6" name="Content Placeholder 15"/>
          <p:cNvSpPr>
            <a:spLocks noGrp="1"/>
          </p:cNvSpPr>
          <p:nvPr>
            <p:ph sz="quarter" idx="17" hasCustomPrompt="1"/>
          </p:nvPr>
        </p:nvSpPr>
        <p:spPr>
          <a:xfrm>
            <a:off x="897219" y="1958468"/>
            <a:ext cx="2698612" cy="2411476"/>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6" name="Rectangle 5"/>
          <p:cNvSpPr/>
          <p:nvPr userDrawn="1"/>
        </p:nvSpPr>
        <p:spPr bwMode="auto">
          <a:xfrm>
            <a:off x="4281363" y="1599723"/>
            <a:ext cx="3623052" cy="3128966"/>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p:cNvSpPr/>
          <p:nvPr userDrawn="1"/>
        </p:nvSpPr>
        <p:spPr bwMode="auto">
          <a:xfrm>
            <a:off x="8126965" y="1599723"/>
            <a:ext cx="3635499" cy="3128966"/>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7" name="Content Placeholder 15"/>
          <p:cNvSpPr>
            <a:spLocks noGrp="1"/>
          </p:cNvSpPr>
          <p:nvPr userDrawn="1">
            <p:ph sz="quarter" idx="18" hasCustomPrompt="1"/>
          </p:nvPr>
        </p:nvSpPr>
        <p:spPr>
          <a:xfrm>
            <a:off x="4746694" y="1958468"/>
            <a:ext cx="2698612" cy="2411476"/>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18" name="Content Placeholder 15"/>
          <p:cNvSpPr>
            <a:spLocks noGrp="1"/>
          </p:cNvSpPr>
          <p:nvPr userDrawn="1">
            <p:ph sz="quarter" idx="19" hasCustomPrompt="1"/>
          </p:nvPr>
        </p:nvSpPr>
        <p:spPr>
          <a:xfrm>
            <a:off x="8598490" y="1958468"/>
            <a:ext cx="2698612" cy="2411476"/>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12" name="Title Placeholder 1">
            <a:extLst>
              <a:ext uri="{FF2B5EF4-FFF2-40B4-BE49-F238E27FC236}">
                <a16:creationId xmlns:a16="http://schemas.microsoft.com/office/drawing/2014/main" id="{FC74E6E5-9DAD-4A14-9C20-D9F9150874FE}"/>
              </a:ext>
            </a:extLst>
          </p:cNvPr>
          <p:cNvSpPr>
            <a:spLocks noGrp="1"/>
          </p:cNvSpPr>
          <p:nvPr userDrawn="1">
            <p:ph type="title" hasCustomPrompt="1"/>
          </p:nvPr>
        </p:nvSpPr>
        <p:spPr>
          <a:xfrm>
            <a:off x="426424" y="440497"/>
            <a:ext cx="11336039" cy="739343"/>
          </a:xfrm>
          <a:prstGeom prst="rect">
            <a:avLst/>
          </a:prstGeom>
        </p:spPr>
        <p:txBody>
          <a:bodyPr vert="horz" wrap="square" lIns="0" tIns="164592" rIns="0" bIns="0" rtlCol="0" anchor="t">
            <a:noAutofit/>
          </a:bodyPr>
          <a:lstStyle>
            <a:lvl1pPr>
              <a:defRPr>
                <a:solidFill>
                  <a:srgbClr val="000000"/>
                </a:solidFill>
              </a:defRPr>
            </a:lvl1pPr>
          </a:lstStyle>
          <a:p>
            <a:r>
              <a:rPr lang="en-US"/>
              <a:t>Graphic layout: three columns graphic and text</a:t>
            </a:r>
          </a:p>
        </p:txBody>
      </p:sp>
      <p:sp>
        <p:nvSpPr>
          <p:cNvPr id="13" name="Text Placeholder 4">
            <a:extLst>
              <a:ext uri="{FF2B5EF4-FFF2-40B4-BE49-F238E27FC236}">
                <a16:creationId xmlns:a16="http://schemas.microsoft.com/office/drawing/2014/main" id="{FB052D15-67DF-4845-863F-FEC853640A9E}"/>
              </a:ext>
            </a:extLst>
          </p:cNvPr>
          <p:cNvSpPr>
            <a:spLocks noGrp="1"/>
          </p:cNvSpPr>
          <p:nvPr userDrawn="1">
            <p:ph type="body" sz="quarter" idx="11" hasCustomPrompt="1"/>
          </p:nvPr>
        </p:nvSpPr>
        <p:spPr>
          <a:xfrm>
            <a:off x="426426" y="4927922"/>
            <a:ext cx="3627659" cy="1408256"/>
          </a:xfrm>
        </p:spPr>
        <p:txBody>
          <a:bodyPr lIns="0" tIns="0" rIns="0" bIns="0"/>
          <a:lstStyle>
            <a:lvl1pPr marL="0" indent="0">
              <a:lnSpc>
                <a:spcPct val="100000"/>
              </a:lnSpc>
              <a:spcBef>
                <a:spcPts val="1568"/>
              </a:spcBef>
              <a:spcAft>
                <a:spcPts val="0"/>
              </a:spcAft>
              <a:buNone/>
              <a:defRPr sz="1568" b="1">
                <a:solidFill>
                  <a:schemeClr val="accent1"/>
                </a:solidFill>
                <a:latin typeface="+mj-lt"/>
              </a:defRPr>
            </a:lvl1pPr>
            <a:lvl2pPr marL="0" marR="0" indent="0" algn="l" defTabSz="914367" rtl="0" eaLnBrk="1" fontAlgn="auto" latinLnBrk="0" hangingPunct="1">
              <a:lnSpc>
                <a:spcPct val="100000"/>
              </a:lnSpc>
              <a:spcBef>
                <a:spcPts val="1568"/>
              </a:spcBef>
              <a:spcAft>
                <a:spcPts val="0"/>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16</a:t>
            </a:r>
          </a:p>
          <a:p>
            <a:pPr lvl="1"/>
            <a:r>
              <a:rPr lang="en-US"/>
              <a:t>Body copy Segoe Regular 16.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a:t>
            </a:r>
            <a:r>
              <a:rPr lang="en-US"/>
              <a:t>.</a:t>
            </a:r>
          </a:p>
        </p:txBody>
      </p:sp>
      <p:sp>
        <p:nvSpPr>
          <p:cNvPr id="14" name="Text Placeholder 4">
            <a:extLst>
              <a:ext uri="{FF2B5EF4-FFF2-40B4-BE49-F238E27FC236}">
                <a16:creationId xmlns:a16="http://schemas.microsoft.com/office/drawing/2014/main" id="{A5ECD4C7-D870-4003-9FA8-85EBBED87940}"/>
              </a:ext>
            </a:extLst>
          </p:cNvPr>
          <p:cNvSpPr>
            <a:spLocks noGrp="1"/>
          </p:cNvSpPr>
          <p:nvPr userDrawn="1">
            <p:ph type="body" sz="quarter" idx="12" hasCustomPrompt="1"/>
          </p:nvPr>
        </p:nvSpPr>
        <p:spPr>
          <a:xfrm>
            <a:off x="4281363" y="4927922"/>
            <a:ext cx="3623051" cy="1408256"/>
          </a:xfrm>
        </p:spPr>
        <p:txBody>
          <a:bodyPr lIns="0" tIns="0" rIns="0" bIns="0"/>
          <a:lstStyle>
            <a:lvl1pPr marL="0" indent="0">
              <a:lnSpc>
                <a:spcPct val="100000"/>
              </a:lnSpc>
              <a:spcBef>
                <a:spcPts val="1568"/>
              </a:spcBef>
              <a:spcAft>
                <a:spcPts val="0"/>
              </a:spcAft>
              <a:buNone/>
              <a:defRPr sz="1568">
                <a:solidFill>
                  <a:schemeClr val="accent1"/>
                </a:solidFill>
                <a:latin typeface="+mj-lt"/>
              </a:defRPr>
            </a:lvl1pPr>
            <a:lvl2pPr marL="0" marR="0" indent="0" algn="l" defTabSz="914367" rtl="0" eaLnBrk="1" fontAlgn="auto" latinLnBrk="0" hangingPunct="1">
              <a:lnSpc>
                <a:spcPct val="100000"/>
              </a:lnSpc>
              <a:spcBef>
                <a:spcPts val="1568"/>
              </a:spcBef>
              <a:spcAft>
                <a:spcPts val="0"/>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16</a:t>
            </a:r>
          </a:p>
          <a:p>
            <a:pPr lvl="1"/>
            <a:r>
              <a:rPr lang="en-US"/>
              <a:t>Body copy Segoe Regular 16.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a:t>
            </a:r>
            <a:r>
              <a:rPr lang="en-US"/>
              <a:t>.</a:t>
            </a:r>
          </a:p>
        </p:txBody>
      </p:sp>
      <p:sp>
        <p:nvSpPr>
          <p:cNvPr id="15" name="Text Placeholder 4">
            <a:extLst>
              <a:ext uri="{FF2B5EF4-FFF2-40B4-BE49-F238E27FC236}">
                <a16:creationId xmlns:a16="http://schemas.microsoft.com/office/drawing/2014/main" id="{AA9BECBA-B2CC-4EE6-B54E-9ADB03EB2595}"/>
              </a:ext>
            </a:extLst>
          </p:cNvPr>
          <p:cNvSpPr>
            <a:spLocks noGrp="1"/>
          </p:cNvSpPr>
          <p:nvPr userDrawn="1">
            <p:ph type="body" sz="quarter" idx="13" hasCustomPrompt="1"/>
          </p:nvPr>
        </p:nvSpPr>
        <p:spPr>
          <a:xfrm>
            <a:off x="8126964" y="4927922"/>
            <a:ext cx="3635502" cy="1408256"/>
          </a:xfrm>
        </p:spPr>
        <p:txBody>
          <a:bodyPr lIns="0" tIns="0" rIns="0" bIns="0"/>
          <a:lstStyle>
            <a:lvl1pPr marL="0" indent="0">
              <a:lnSpc>
                <a:spcPct val="100000"/>
              </a:lnSpc>
              <a:spcBef>
                <a:spcPts val="1568"/>
              </a:spcBef>
              <a:spcAft>
                <a:spcPts val="0"/>
              </a:spcAft>
              <a:buNone/>
              <a:defRPr sz="1568">
                <a:solidFill>
                  <a:schemeClr val="accent1"/>
                </a:solidFill>
                <a:latin typeface="+mj-lt"/>
              </a:defRPr>
            </a:lvl1pPr>
            <a:lvl2pPr marL="0" marR="0" indent="0" algn="l" defTabSz="914367" rtl="0" eaLnBrk="1" fontAlgn="auto" latinLnBrk="0" hangingPunct="1">
              <a:lnSpc>
                <a:spcPct val="100000"/>
              </a:lnSpc>
              <a:spcBef>
                <a:spcPts val="1568"/>
              </a:spcBef>
              <a:spcAft>
                <a:spcPts val="0"/>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bold 16</a:t>
            </a:r>
          </a:p>
          <a:p>
            <a:pPr lvl="1"/>
            <a:r>
              <a:rPr lang="en-US"/>
              <a:t>Body copy Segoe Regular 16.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a:t>
            </a:r>
            <a:r>
              <a:rPr lang="en-US"/>
              <a:t>, </a:t>
            </a:r>
            <a:r>
              <a:rPr lang="en-US" err="1"/>
              <a:t>omnimusdae</a:t>
            </a:r>
            <a:r>
              <a:rPr lang="en-US"/>
              <a:t>. </a:t>
            </a:r>
            <a:r>
              <a:rPr lang="en-US" err="1"/>
              <a:t>Boribus</a:t>
            </a:r>
            <a:r>
              <a:rPr lang="en-US"/>
              <a:t> </a:t>
            </a:r>
            <a:r>
              <a:rPr lang="en-US" err="1"/>
              <a:t>sinctius</a:t>
            </a:r>
            <a:r>
              <a:rPr lang="en-US"/>
              <a:t> </a:t>
            </a:r>
            <a:r>
              <a:rPr lang="en-US" err="1"/>
              <a:t>nimaxime</a:t>
            </a:r>
            <a:r>
              <a:rPr lang="en-US"/>
              <a:t> sit et </a:t>
            </a:r>
            <a:r>
              <a:rPr lang="en-US" err="1"/>
              <a:t>nonsequibus</a:t>
            </a:r>
            <a:r>
              <a:rPr lang="en-US"/>
              <a:t> </a:t>
            </a:r>
            <a:r>
              <a:rPr lang="en-US" err="1"/>
              <a:t>dollendis</a:t>
            </a:r>
            <a:r>
              <a:rPr lang="en-US"/>
              <a:t> as </a:t>
            </a:r>
            <a:r>
              <a:rPr lang="en-US" err="1"/>
              <a:t>autestiat</a:t>
            </a:r>
            <a:r>
              <a:rPr lang="en-US"/>
              <a:t>.</a:t>
            </a:r>
          </a:p>
        </p:txBody>
      </p:sp>
    </p:spTree>
    <p:extLst>
      <p:ext uri="{BB962C8B-B14F-4D97-AF65-F5344CB8AC3E}">
        <p14:creationId xmlns:p14="http://schemas.microsoft.com/office/powerpoint/2010/main" val="2479609046"/>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Graphic layout: four columns graphic and text">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9594C393-E06E-3A4C-A658-2526A14DA5A1}"/>
              </a:ext>
            </a:extLst>
          </p:cNvPr>
          <p:cNvSpPr/>
          <p:nvPr userDrawn="1"/>
        </p:nvSpPr>
        <p:spPr bwMode="auto">
          <a:xfrm>
            <a:off x="9109046" y="1590387"/>
            <a:ext cx="2653417" cy="3128965"/>
          </a:xfrm>
          <a:prstGeom prst="rect">
            <a:avLst/>
          </a:prstGeom>
          <a:solidFill>
            <a:schemeClr val="bg2"/>
          </a:solidFill>
          <a:ln>
            <a:noFill/>
            <a:headEnd type="none" w="med" len="med"/>
            <a:tailEnd type="none" w="med" len="med"/>
          </a:ln>
          <a:effectLst>
            <a:outerShdw blurRad="76200" algn="ctr" rotWithShape="0">
              <a:schemeClr val="bg2">
                <a:lumMod val="50000"/>
                <a:alpha val="8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Rectangle 18">
            <a:extLst>
              <a:ext uri="{FF2B5EF4-FFF2-40B4-BE49-F238E27FC236}">
                <a16:creationId xmlns:a16="http://schemas.microsoft.com/office/drawing/2014/main" id="{A011C51E-94BA-C44D-ABF4-E87C4124DAF0}"/>
              </a:ext>
            </a:extLst>
          </p:cNvPr>
          <p:cNvSpPr/>
          <p:nvPr userDrawn="1"/>
        </p:nvSpPr>
        <p:spPr bwMode="auto">
          <a:xfrm>
            <a:off x="6214841" y="1590387"/>
            <a:ext cx="2653417" cy="3128965"/>
          </a:xfrm>
          <a:prstGeom prst="rect">
            <a:avLst/>
          </a:prstGeom>
          <a:solidFill>
            <a:schemeClr val="bg2"/>
          </a:solidFill>
          <a:ln>
            <a:noFill/>
            <a:headEnd type="none" w="med" len="med"/>
            <a:tailEnd type="none" w="med" len="med"/>
          </a:ln>
          <a:effectLst>
            <a:outerShdw blurRad="76200" algn="ctr" rotWithShape="0">
              <a:schemeClr val="bg2">
                <a:lumMod val="50000"/>
                <a:alpha val="8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0" name="Rectangle 19">
            <a:extLst>
              <a:ext uri="{FF2B5EF4-FFF2-40B4-BE49-F238E27FC236}">
                <a16:creationId xmlns:a16="http://schemas.microsoft.com/office/drawing/2014/main" id="{E6DDB665-2DD7-AE40-9862-C6E8E22E9215}"/>
              </a:ext>
            </a:extLst>
          </p:cNvPr>
          <p:cNvSpPr/>
          <p:nvPr userDrawn="1"/>
        </p:nvSpPr>
        <p:spPr bwMode="auto">
          <a:xfrm>
            <a:off x="3320634" y="1590387"/>
            <a:ext cx="2653417" cy="3128965"/>
          </a:xfrm>
          <a:prstGeom prst="rect">
            <a:avLst/>
          </a:prstGeom>
          <a:solidFill>
            <a:schemeClr val="bg2"/>
          </a:solidFill>
          <a:ln>
            <a:noFill/>
            <a:headEnd type="none" w="med" len="med"/>
            <a:tailEnd type="none" w="med" len="med"/>
          </a:ln>
          <a:effectLst>
            <a:outerShdw blurRad="76200" algn="ctr" rotWithShape="0">
              <a:schemeClr val="bg2">
                <a:lumMod val="50000"/>
                <a:alpha val="8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4CD677DE-AA2C-984C-BAE1-54D5F0B518CE}"/>
              </a:ext>
            </a:extLst>
          </p:cNvPr>
          <p:cNvSpPr/>
          <p:nvPr userDrawn="1"/>
        </p:nvSpPr>
        <p:spPr bwMode="auto">
          <a:xfrm>
            <a:off x="426426" y="1590387"/>
            <a:ext cx="2653417" cy="3128965"/>
          </a:xfrm>
          <a:prstGeom prst="rect">
            <a:avLst/>
          </a:prstGeom>
          <a:solidFill>
            <a:schemeClr val="bg2"/>
          </a:solidFill>
          <a:ln>
            <a:noFill/>
            <a:headEnd type="none" w="med" len="med"/>
            <a:tailEnd type="none" w="med" len="med"/>
          </a:ln>
          <a:effectLst>
            <a:outerShdw blurRad="76200" algn="ctr" rotWithShape="0">
              <a:schemeClr val="bg2">
                <a:lumMod val="50000"/>
                <a:alpha val="8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0347712A-15EB-884C-BF95-7C690BA77817}"/>
              </a:ext>
            </a:extLst>
          </p:cNvPr>
          <p:cNvSpPr>
            <a:spLocks noGrp="1"/>
          </p:cNvSpPr>
          <p:nvPr>
            <p:ph type="title" hasCustomPrompt="1"/>
          </p:nvPr>
        </p:nvSpPr>
        <p:spPr>
          <a:xfrm>
            <a:off x="430463" y="439865"/>
            <a:ext cx="11332001" cy="739973"/>
          </a:xfrm>
        </p:spPr>
        <p:txBody>
          <a:bodyPr/>
          <a:lstStyle>
            <a:lvl1pPr>
              <a:defRPr/>
            </a:lvl1pPr>
          </a:lstStyle>
          <a:p>
            <a:r>
              <a:rPr lang="en-US"/>
              <a:t>Graphic layout: four columns graphic and text</a:t>
            </a:r>
          </a:p>
        </p:txBody>
      </p:sp>
      <p:sp>
        <p:nvSpPr>
          <p:cNvPr id="4" name="Content Placeholder 15">
            <a:extLst>
              <a:ext uri="{FF2B5EF4-FFF2-40B4-BE49-F238E27FC236}">
                <a16:creationId xmlns:a16="http://schemas.microsoft.com/office/drawing/2014/main" id="{F580A529-D3A8-5643-80BA-3E2BE1AA8D57}"/>
              </a:ext>
            </a:extLst>
          </p:cNvPr>
          <p:cNvSpPr>
            <a:spLocks noGrp="1"/>
          </p:cNvSpPr>
          <p:nvPr>
            <p:ph sz="quarter" idx="17" hasCustomPrompt="1"/>
          </p:nvPr>
        </p:nvSpPr>
        <p:spPr>
          <a:xfrm>
            <a:off x="966751" y="2135537"/>
            <a:ext cx="1572767" cy="2038660"/>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7" name="Content Placeholder 15">
            <a:extLst>
              <a:ext uri="{FF2B5EF4-FFF2-40B4-BE49-F238E27FC236}">
                <a16:creationId xmlns:a16="http://schemas.microsoft.com/office/drawing/2014/main" id="{1F6D7A4B-5FFE-2741-8477-E0CAA019B079}"/>
              </a:ext>
            </a:extLst>
          </p:cNvPr>
          <p:cNvSpPr>
            <a:spLocks noGrp="1"/>
          </p:cNvSpPr>
          <p:nvPr>
            <p:ph sz="quarter" idx="18" hasCustomPrompt="1"/>
          </p:nvPr>
        </p:nvSpPr>
        <p:spPr>
          <a:xfrm>
            <a:off x="3849259" y="2135537"/>
            <a:ext cx="1596164" cy="2038660"/>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9" name="Text Placeholder 4">
            <a:extLst>
              <a:ext uri="{FF2B5EF4-FFF2-40B4-BE49-F238E27FC236}">
                <a16:creationId xmlns:a16="http://schemas.microsoft.com/office/drawing/2014/main" id="{07CF99F6-2487-AC48-8A09-B34B72BD5FE9}"/>
              </a:ext>
            </a:extLst>
          </p:cNvPr>
          <p:cNvSpPr>
            <a:spLocks noGrp="1"/>
          </p:cNvSpPr>
          <p:nvPr>
            <p:ph type="body" sz="quarter" idx="11" hasCustomPrompt="1"/>
          </p:nvPr>
        </p:nvSpPr>
        <p:spPr>
          <a:xfrm>
            <a:off x="426426" y="4927922"/>
            <a:ext cx="2653417" cy="1408256"/>
          </a:xfrm>
        </p:spPr>
        <p:txBody>
          <a:bodyPr lIns="0" tIns="0" rIns="0" bIns="0"/>
          <a:lstStyle>
            <a:lvl1pPr marL="0" indent="0">
              <a:lnSpc>
                <a:spcPct val="100000"/>
              </a:lnSpc>
              <a:spcBef>
                <a:spcPts val="1568"/>
              </a:spcBef>
              <a:spcAft>
                <a:spcPts val="0"/>
              </a:spcAft>
              <a:buNone/>
              <a:defRPr sz="1568" b="1">
                <a:solidFill>
                  <a:schemeClr val="accent1"/>
                </a:solidFill>
                <a:latin typeface="+mj-lt"/>
              </a:defRPr>
            </a:lvl1pPr>
            <a:lvl2pPr marL="0" marR="0" indent="0" algn="l" defTabSz="914367" rtl="0" eaLnBrk="1" fontAlgn="auto" latinLnBrk="0" hangingPunct="1">
              <a:lnSpc>
                <a:spcPct val="100000"/>
              </a:lnSpc>
              <a:spcBef>
                <a:spcPts val="1568"/>
              </a:spcBef>
              <a:spcAft>
                <a:spcPts val="0"/>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16</a:t>
            </a:r>
          </a:p>
          <a:p>
            <a:pPr lvl="1"/>
            <a:r>
              <a:rPr lang="en-US"/>
              <a:t>Body copy Segoe Regular 16. </a:t>
            </a:r>
            <a:r>
              <a:rPr lang="en-US" err="1"/>
              <a:t>Cavorest</a:t>
            </a:r>
            <a:r>
              <a:rPr lang="en-US"/>
              <a:t> a </a:t>
            </a:r>
            <a:r>
              <a:rPr lang="en-US" err="1"/>
              <a:t>aut</a:t>
            </a:r>
            <a:r>
              <a:rPr lang="en-US"/>
              <a:t> arum quam id eat ape </a:t>
            </a:r>
            <a:r>
              <a:rPr lang="en-US" err="1"/>
              <a:t>est</a:t>
            </a:r>
            <a:r>
              <a:rPr lang="en-US"/>
              <a:t>, qui </a:t>
            </a:r>
            <a:r>
              <a:rPr lang="en-US" err="1"/>
              <a:t>sinc</a:t>
            </a:r>
            <a:r>
              <a:rPr lang="en-US"/>
              <a:t>.</a:t>
            </a:r>
          </a:p>
        </p:txBody>
      </p:sp>
      <p:sp>
        <p:nvSpPr>
          <p:cNvPr id="10" name="Text Placeholder 4">
            <a:extLst>
              <a:ext uri="{FF2B5EF4-FFF2-40B4-BE49-F238E27FC236}">
                <a16:creationId xmlns:a16="http://schemas.microsoft.com/office/drawing/2014/main" id="{7F7B5F75-90C0-F44E-9322-8FF1108BD340}"/>
              </a:ext>
            </a:extLst>
          </p:cNvPr>
          <p:cNvSpPr>
            <a:spLocks noGrp="1"/>
          </p:cNvSpPr>
          <p:nvPr>
            <p:ph type="body" sz="quarter" idx="12" hasCustomPrompt="1"/>
          </p:nvPr>
        </p:nvSpPr>
        <p:spPr>
          <a:xfrm>
            <a:off x="3320634" y="4927922"/>
            <a:ext cx="2653417" cy="1408256"/>
          </a:xfrm>
        </p:spPr>
        <p:txBody>
          <a:bodyPr lIns="0" tIns="0" rIns="0" bIns="0"/>
          <a:lstStyle>
            <a:lvl1pPr marL="0" indent="0">
              <a:lnSpc>
                <a:spcPct val="100000"/>
              </a:lnSpc>
              <a:spcBef>
                <a:spcPts val="1568"/>
              </a:spcBef>
              <a:spcAft>
                <a:spcPts val="0"/>
              </a:spcAft>
              <a:buNone/>
              <a:defRPr sz="1568">
                <a:solidFill>
                  <a:schemeClr val="accent1"/>
                </a:solidFill>
                <a:latin typeface="+mj-lt"/>
              </a:defRPr>
            </a:lvl1pPr>
            <a:lvl2pPr marL="0" marR="0" indent="0" algn="l" defTabSz="914367" rtl="0" eaLnBrk="1" fontAlgn="auto" latinLnBrk="0" hangingPunct="1">
              <a:lnSpc>
                <a:spcPct val="100000"/>
              </a:lnSpc>
              <a:spcBef>
                <a:spcPts val="1568"/>
              </a:spcBef>
              <a:spcAft>
                <a:spcPts val="0"/>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16</a:t>
            </a:r>
          </a:p>
          <a:p>
            <a:pPr lvl="1"/>
            <a:r>
              <a:rPr lang="en-US"/>
              <a:t>Body copy Segoe Regular 16. </a:t>
            </a:r>
            <a:r>
              <a:rPr lang="en-US" err="1"/>
              <a:t>Cavorest</a:t>
            </a:r>
            <a:r>
              <a:rPr lang="en-US"/>
              <a:t> a </a:t>
            </a:r>
            <a:r>
              <a:rPr lang="en-US" err="1"/>
              <a:t>aut</a:t>
            </a:r>
            <a:r>
              <a:rPr lang="en-US"/>
              <a:t> arum quam id eat ape </a:t>
            </a:r>
            <a:r>
              <a:rPr lang="en-US" err="1"/>
              <a:t>est</a:t>
            </a:r>
            <a:r>
              <a:rPr lang="en-US"/>
              <a:t>, qui </a:t>
            </a:r>
            <a:r>
              <a:rPr lang="en-US" err="1"/>
              <a:t>sinc</a:t>
            </a:r>
            <a:r>
              <a:rPr lang="en-US"/>
              <a:t>.</a:t>
            </a:r>
          </a:p>
        </p:txBody>
      </p:sp>
      <p:sp>
        <p:nvSpPr>
          <p:cNvPr id="11" name="Text Placeholder 4">
            <a:extLst>
              <a:ext uri="{FF2B5EF4-FFF2-40B4-BE49-F238E27FC236}">
                <a16:creationId xmlns:a16="http://schemas.microsoft.com/office/drawing/2014/main" id="{6E444E9C-8096-FE42-BE2A-094180C61109}"/>
              </a:ext>
            </a:extLst>
          </p:cNvPr>
          <p:cNvSpPr>
            <a:spLocks noGrp="1"/>
          </p:cNvSpPr>
          <p:nvPr>
            <p:ph type="body" sz="quarter" idx="13" hasCustomPrompt="1"/>
          </p:nvPr>
        </p:nvSpPr>
        <p:spPr>
          <a:xfrm>
            <a:off x="6214841" y="4927922"/>
            <a:ext cx="2653417" cy="1408256"/>
          </a:xfrm>
        </p:spPr>
        <p:txBody>
          <a:bodyPr lIns="0" tIns="0" rIns="0" bIns="0"/>
          <a:lstStyle>
            <a:lvl1pPr marL="0" indent="0">
              <a:lnSpc>
                <a:spcPct val="100000"/>
              </a:lnSpc>
              <a:spcBef>
                <a:spcPts val="1568"/>
              </a:spcBef>
              <a:spcAft>
                <a:spcPts val="0"/>
              </a:spcAft>
              <a:buNone/>
              <a:defRPr sz="1568">
                <a:solidFill>
                  <a:schemeClr val="accent1"/>
                </a:solidFill>
                <a:latin typeface="+mj-lt"/>
              </a:defRPr>
            </a:lvl1pPr>
            <a:lvl2pPr marL="0" marR="0" indent="0" algn="l" defTabSz="914367" rtl="0" eaLnBrk="1" fontAlgn="auto" latinLnBrk="0" hangingPunct="1">
              <a:lnSpc>
                <a:spcPct val="100000"/>
              </a:lnSpc>
              <a:spcBef>
                <a:spcPts val="1568"/>
              </a:spcBef>
              <a:spcAft>
                <a:spcPts val="0"/>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bold 16</a:t>
            </a:r>
          </a:p>
          <a:p>
            <a:pPr lvl="1"/>
            <a:r>
              <a:rPr lang="en-US"/>
              <a:t>Body copy Segoe Regular 16. </a:t>
            </a:r>
            <a:r>
              <a:rPr lang="en-US" err="1"/>
              <a:t>Cavorest</a:t>
            </a:r>
            <a:r>
              <a:rPr lang="en-US"/>
              <a:t> a </a:t>
            </a:r>
            <a:r>
              <a:rPr lang="en-US" err="1"/>
              <a:t>aut</a:t>
            </a:r>
            <a:r>
              <a:rPr lang="en-US"/>
              <a:t> arum quam id eat ape </a:t>
            </a:r>
            <a:r>
              <a:rPr lang="en-US" err="1"/>
              <a:t>est</a:t>
            </a:r>
            <a:r>
              <a:rPr lang="en-US"/>
              <a:t>, qui </a:t>
            </a:r>
            <a:r>
              <a:rPr lang="en-US" err="1"/>
              <a:t>sinc</a:t>
            </a:r>
            <a:r>
              <a:rPr lang="en-US"/>
              <a:t>.</a:t>
            </a:r>
          </a:p>
        </p:txBody>
      </p:sp>
      <p:sp>
        <p:nvSpPr>
          <p:cNvPr id="13" name="Content Placeholder 15">
            <a:extLst>
              <a:ext uri="{FF2B5EF4-FFF2-40B4-BE49-F238E27FC236}">
                <a16:creationId xmlns:a16="http://schemas.microsoft.com/office/drawing/2014/main" id="{30602BFF-4B8C-D046-AD65-47970BC89DF5}"/>
              </a:ext>
            </a:extLst>
          </p:cNvPr>
          <p:cNvSpPr>
            <a:spLocks noGrp="1"/>
          </p:cNvSpPr>
          <p:nvPr>
            <p:ph sz="quarter" idx="19" hasCustomPrompt="1"/>
          </p:nvPr>
        </p:nvSpPr>
        <p:spPr>
          <a:xfrm>
            <a:off x="6743466" y="2135537"/>
            <a:ext cx="1596164" cy="2038660"/>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14" name="Content Placeholder 15">
            <a:extLst>
              <a:ext uri="{FF2B5EF4-FFF2-40B4-BE49-F238E27FC236}">
                <a16:creationId xmlns:a16="http://schemas.microsoft.com/office/drawing/2014/main" id="{88A8CB35-A244-544E-8BAE-53CB85074FBB}"/>
              </a:ext>
            </a:extLst>
          </p:cNvPr>
          <p:cNvSpPr>
            <a:spLocks noGrp="1"/>
          </p:cNvSpPr>
          <p:nvPr>
            <p:ph sz="quarter" idx="20" hasCustomPrompt="1"/>
          </p:nvPr>
        </p:nvSpPr>
        <p:spPr>
          <a:xfrm>
            <a:off x="9637672" y="2135537"/>
            <a:ext cx="1596164" cy="2038660"/>
          </a:xfrm>
        </p:spPr>
        <p:txBody>
          <a:bodyPr anchor="ctr">
            <a:noAutofit/>
          </a:bodyPr>
          <a:lstStyle>
            <a:lvl1pPr marL="0" indent="0" algn="ctr">
              <a:buNone/>
              <a:defRPr sz="1961">
                <a:solidFill>
                  <a:schemeClr val="tx2"/>
                </a:solidFill>
                <a:latin typeface="+mj-lt"/>
              </a:defRPr>
            </a:lvl1pPr>
          </a:lstStyle>
          <a:p>
            <a:pPr lvl="0"/>
            <a:r>
              <a:rPr lang="en-US"/>
              <a:t> </a:t>
            </a:r>
          </a:p>
        </p:txBody>
      </p:sp>
      <p:sp>
        <p:nvSpPr>
          <p:cNvPr id="15" name="Text Placeholder 4">
            <a:extLst>
              <a:ext uri="{FF2B5EF4-FFF2-40B4-BE49-F238E27FC236}">
                <a16:creationId xmlns:a16="http://schemas.microsoft.com/office/drawing/2014/main" id="{D8D35D15-66F4-4840-BA72-4B7AB5A24EFD}"/>
              </a:ext>
            </a:extLst>
          </p:cNvPr>
          <p:cNvSpPr>
            <a:spLocks noGrp="1"/>
          </p:cNvSpPr>
          <p:nvPr>
            <p:ph type="body" sz="quarter" idx="21" hasCustomPrompt="1"/>
          </p:nvPr>
        </p:nvSpPr>
        <p:spPr>
          <a:xfrm>
            <a:off x="9109046" y="4927922"/>
            <a:ext cx="2653417" cy="1408256"/>
          </a:xfrm>
        </p:spPr>
        <p:txBody>
          <a:bodyPr lIns="0" tIns="0" rIns="0" bIns="0"/>
          <a:lstStyle>
            <a:lvl1pPr marL="0" indent="0">
              <a:lnSpc>
                <a:spcPct val="100000"/>
              </a:lnSpc>
              <a:spcBef>
                <a:spcPts val="1568"/>
              </a:spcBef>
              <a:spcAft>
                <a:spcPts val="0"/>
              </a:spcAft>
              <a:buNone/>
              <a:defRPr sz="1568">
                <a:solidFill>
                  <a:schemeClr val="accent1"/>
                </a:solidFill>
                <a:latin typeface="+mj-lt"/>
              </a:defRPr>
            </a:lvl1pPr>
            <a:lvl2pPr marL="0" marR="0" indent="0" algn="l" defTabSz="914367" rtl="0" eaLnBrk="1" fontAlgn="auto" latinLnBrk="0" hangingPunct="1">
              <a:lnSpc>
                <a:spcPct val="100000"/>
              </a:lnSpc>
              <a:spcBef>
                <a:spcPts val="1568"/>
              </a:spcBef>
              <a:spcAft>
                <a:spcPts val="0"/>
              </a:spcAft>
              <a:buClrTx/>
              <a:buSzPct val="90000"/>
              <a:buFont typeface="Arial" panose="020B0604020202020204" pitchFamily="34" charset="0"/>
              <a:buNone/>
              <a:tabLst/>
              <a:defRPr sz="1568">
                <a:solidFill>
                  <a:srgbClr val="000000"/>
                </a:solidFill>
              </a:defRPr>
            </a:lvl2pPr>
            <a:lvl3pPr marL="448193" indent="0">
              <a:buNone/>
              <a:defRPr/>
            </a:lvl3pPr>
            <a:lvl4pPr marL="672290" indent="0">
              <a:buNone/>
              <a:defRPr/>
            </a:lvl4pPr>
            <a:lvl5pPr marL="896386" indent="0">
              <a:buNone/>
              <a:defRPr/>
            </a:lvl5pPr>
          </a:lstStyle>
          <a:p>
            <a:pPr lvl="0"/>
            <a:r>
              <a:rPr lang="en-US"/>
              <a:t>Paragraph title Segoe UI bold 16</a:t>
            </a:r>
          </a:p>
          <a:p>
            <a:pPr lvl="1"/>
            <a:r>
              <a:rPr lang="en-US"/>
              <a:t>Body copy Segoe Regular 16. </a:t>
            </a:r>
            <a:r>
              <a:rPr lang="en-US" err="1"/>
              <a:t>Cavorest</a:t>
            </a:r>
            <a:r>
              <a:rPr lang="en-US"/>
              <a:t> a </a:t>
            </a:r>
            <a:r>
              <a:rPr lang="en-US" err="1"/>
              <a:t>aut</a:t>
            </a:r>
            <a:r>
              <a:rPr lang="en-US"/>
              <a:t> arum quam id eat ape </a:t>
            </a:r>
            <a:r>
              <a:rPr lang="en-US" err="1"/>
              <a:t>est</a:t>
            </a:r>
            <a:r>
              <a:rPr lang="en-US"/>
              <a:t>, qui </a:t>
            </a:r>
            <a:r>
              <a:rPr lang="en-US" err="1"/>
              <a:t>sinc</a:t>
            </a:r>
            <a:r>
              <a:rPr lang="en-US"/>
              <a:t>.</a:t>
            </a:r>
          </a:p>
        </p:txBody>
      </p:sp>
    </p:spTree>
    <p:extLst>
      <p:ext uri="{BB962C8B-B14F-4D97-AF65-F5344CB8AC3E}">
        <p14:creationId xmlns:p14="http://schemas.microsoft.com/office/powerpoint/2010/main" val="1989415595"/>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4" name="Table Placeholder 3"/>
          <p:cNvSpPr>
            <a:spLocks noGrp="1"/>
          </p:cNvSpPr>
          <p:nvPr>
            <p:ph type="tbl" sz="quarter" idx="10"/>
          </p:nvPr>
        </p:nvSpPr>
        <p:spPr>
          <a:xfrm>
            <a:off x="430930" y="2126525"/>
            <a:ext cx="11331534" cy="4288197"/>
          </a:xfrm>
        </p:spPr>
        <p:txBody>
          <a:bodyPr bIns="1737360" anchor="ctr">
            <a:noAutofit/>
          </a:bodyPr>
          <a:lstStyle>
            <a:lvl1pPr algn="ctr">
              <a:defRPr sz="1961">
                <a:solidFill>
                  <a:srgbClr val="000000"/>
                </a:solidFill>
                <a:latin typeface="+mj-lt"/>
              </a:defRPr>
            </a:lvl1pPr>
          </a:lstStyle>
          <a:p>
            <a:r>
              <a:rPr lang="en-US"/>
              <a:t>Click icon to add table</a:t>
            </a:r>
          </a:p>
        </p:txBody>
      </p:sp>
      <p:sp>
        <p:nvSpPr>
          <p:cNvPr id="5" name="Title Placeholder 1">
            <a:extLst>
              <a:ext uri="{FF2B5EF4-FFF2-40B4-BE49-F238E27FC236}">
                <a16:creationId xmlns:a16="http://schemas.microsoft.com/office/drawing/2014/main" id="{4F997AC3-87B6-4E0B-88C2-A05069E413C4}"/>
              </a:ext>
            </a:extLst>
          </p:cNvPr>
          <p:cNvSpPr>
            <a:spLocks noGrp="1"/>
          </p:cNvSpPr>
          <p:nvPr>
            <p:ph type="title" hasCustomPrompt="1"/>
          </p:nvPr>
        </p:nvSpPr>
        <p:spPr>
          <a:xfrm>
            <a:off x="430930" y="440497"/>
            <a:ext cx="11331534" cy="739343"/>
          </a:xfrm>
          <a:prstGeom prst="rect">
            <a:avLst/>
          </a:prstGeom>
        </p:spPr>
        <p:txBody>
          <a:bodyPr vert="horz" wrap="square" lIns="0" tIns="164592" rIns="0" bIns="0" rtlCol="0" anchor="t">
            <a:noAutofit/>
          </a:bodyPr>
          <a:lstStyle>
            <a:lvl1pPr>
              <a:defRPr>
                <a:solidFill>
                  <a:srgbClr val="000000"/>
                </a:solidFill>
              </a:defRPr>
            </a:lvl1pPr>
          </a:lstStyle>
          <a:p>
            <a:r>
              <a:rPr lang="en-US"/>
              <a:t>Table layout</a:t>
            </a:r>
          </a:p>
        </p:txBody>
      </p:sp>
    </p:spTree>
    <p:extLst>
      <p:ext uri="{BB962C8B-B14F-4D97-AF65-F5344CB8AC3E}">
        <p14:creationId xmlns:p14="http://schemas.microsoft.com/office/powerpoint/2010/main" val="2114244881"/>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ection title white">
    <p:spTree>
      <p:nvGrpSpPr>
        <p:cNvPr id="1" name=""/>
        <p:cNvGrpSpPr/>
        <p:nvPr/>
      </p:nvGrpSpPr>
      <p:grpSpPr>
        <a:xfrm>
          <a:off x="0" y="0"/>
          <a:ext cx="0" cy="0"/>
          <a:chOff x="0" y="0"/>
          <a:chExt cx="0" cy="0"/>
        </a:xfrm>
      </p:grpSpPr>
      <p:sp>
        <p:nvSpPr>
          <p:cNvPr id="36" name="Title 35"/>
          <p:cNvSpPr>
            <a:spLocks noGrp="1"/>
          </p:cNvSpPr>
          <p:nvPr>
            <p:ph type="title" hasCustomPrompt="1"/>
          </p:nvPr>
        </p:nvSpPr>
        <p:spPr>
          <a:xfrm>
            <a:off x="429771" y="1184321"/>
            <a:ext cx="7474643" cy="3535032"/>
          </a:xfrm>
          <a:noFill/>
        </p:spPr>
        <p:txBody>
          <a:bodyPr vert="horz" wrap="square" lIns="0" tIns="0" rIns="0" bIns="0" rtlCol="0" anchor="t" anchorCtr="0">
            <a:noAutofit/>
          </a:bodyPr>
          <a:lstStyle>
            <a:lvl1pPr>
              <a:lnSpc>
                <a:spcPct val="90000"/>
              </a:lnSpc>
              <a:defRPr lang="en-US" sz="5294" spc="-147" dirty="0">
                <a:solidFill>
                  <a:srgbClr val="000000"/>
                </a:solidFill>
              </a:defRPr>
            </a:lvl1pPr>
          </a:lstStyle>
          <a:p>
            <a:pPr marL="0" lvl="0">
              <a:lnSpc>
                <a:spcPts val="5490"/>
              </a:lnSpc>
            </a:pPr>
            <a:r>
              <a:rPr lang="en-US"/>
              <a:t>Section title</a:t>
            </a:r>
          </a:p>
        </p:txBody>
      </p:sp>
    </p:spTree>
    <p:extLst>
      <p:ext uri="{BB962C8B-B14F-4D97-AF65-F5344CB8AC3E}">
        <p14:creationId xmlns:p14="http://schemas.microsoft.com/office/powerpoint/2010/main" val="151102159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Section title blue">
    <p:spTree>
      <p:nvGrpSpPr>
        <p:cNvPr id="1" name=""/>
        <p:cNvGrpSpPr/>
        <p:nvPr/>
      </p:nvGrpSpPr>
      <p:grpSpPr>
        <a:xfrm>
          <a:off x="0" y="0"/>
          <a:ext cx="0" cy="0"/>
          <a:chOff x="0" y="0"/>
          <a:chExt cx="0" cy="0"/>
        </a:xfrm>
      </p:grpSpPr>
      <p:sp>
        <p:nvSpPr>
          <p:cNvPr id="4" name="Title 35">
            <a:extLst>
              <a:ext uri="{FF2B5EF4-FFF2-40B4-BE49-F238E27FC236}">
                <a16:creationId xmlns:a16="http://schemas.microsoft.com/office/drawing/2014/main" id="{1CB8D96F-CB58-48EC-B5B5-5C28F11ADE0C}"/>
              </a:ext>
            </a:extLst>
          </p:cNvPr>
          <p:cNvSpPr>
            <a:spLocks noGrp="1"/>
          </p:cNvSpPr>
          <p:nvPr>
            <p:ph type="title" hasCustomPrompt="1"/>
          </p:nvPr>
        </p:nvSpPr>
        <p:spPr>
          <a:xfrm>
            <a:off x="429771" y="1184321"/>
            <a:ext cx="7474643" cy="3535032"/>
          </a:xfrm>
          <a:noFill/>
        </p:spPr>
        <p:txBody>
          <a:bodyPr vert="horz" wrap="square" lIns="0" tIns="0" rIns="0" bIns="0" rtlCol="0" anchor="t" anchorCtr="0">
            <a:noAutofit/>
          </a:bodyPr>
          <a:lstStyle>
            <a:lvl1pPr>
              <a:lnSpc>
                <a:spcPct val="90000"/>
              </a:lnSpc>
              <a:defRPr lang="en-US" sz="5294" spc="-147" dirty="0">
                <a:solidFill>
                  <a:srgbClr val="FFFFFF"/>
                </a:solidFill>
              </a:defRPr>
            </a:lvl1pPr>
          </a:lstStyle>
          <a:p>
            <a:pPr marL="0" lvl="0">
              <a:lnSpc>
                <a:spcPts val="5490"/>
              </a:lnSpc>
            </a:pPr>
            <a:r>
              <a:rPr lang="en-US"/>
              <a:t>Section title</a:t>
            </a:r>
          </a:p>
        </p:txBody>
      </p:sp>
    </p:spTree>
    <p:extLst>
      <p:ext uri="{BB962C8B-B14F-4D97-AF65-F5344CB8AC3E}">
        <p14:creationId xmlns:p14="http://schemas.microsoft.com/office/powerpoint/2010/main" val="335233675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ection title photo">
    <p:spTree>
      <p:nvGrpSpPr>
        <p:cNvPr id="1" name=""/>
        <p:cNvGrpSpPr/>
        <p:nvPr/>
      </p:nvGrpSpPr>
      <p:grpSpPr>
        <a:xfrm>
          <a:off x="0" y="0"/>
          <a:ext cx="0" cy="0"/>
          <a:chOff x="0" y="0"/>
          <a:chExt cx="0" cy="0"/>
        </a:xfrm>
      </p:grpSpPr>
      <p:pic>
        <p:nvPicPr>
          <p:cNvPr id="7" name="Picture 6" descr="A person in a blue shirt&#10;&#10;Description generated with high confidence">
            <a:extLst>
              <a:ext uri="{FF2B5EF4-FFF2-40B4-BE49-F238E27FC236}">
                <a16:creationId xmlns:a16="http://schemas.microsoft.com/office/drawing/2014/main" id="{6ED214DD-0EEC-4ACC-A022-15CDD9C0AD0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2"/>
            <a:ext cx="12190264" cy="6857996"/>
          </a:xfrm>
          <a:prstGeom prst="rect">
            <a:avLst/>
          </a:prstGeom>
        </p:spPr>
      </p:pic>
      <p:sp>
        <p:nvSpPr>
          <p:cNvPr id="4" name="Title 35">
            <a:extLst>
              <a:ext uri="{FF2B5EF4-FFF2-40B4-BE49-F238E27FC236}">
                <a16:creationId xmlns:a16="http://schemas.microsoft.com/office/drawing/2014/main" id="{72E7EE4D-F34D-406F-9E33-428BB86000E9}"/>
              </a:ext>
            </a:extLst>
          </p:cNvPr>
          <p:cNvSpPr>
            <a:spLocks noGrp="1"/>
          </p:cNvSpPr>
          <p:nvPr>
            <p:ph type="title" hasCustomPrompt="1"/>
          </p:nvPr>
        </p:nvSpPr>
        <p:spPr>
          <a:xfrm>
            <a:off x="429771" y="1184321"/>
            <a:ext cx="7474643" cy="3535032"/>
          </a:xfrm>
          <a:noFill/>
        </p:spPr>
        <p:txBody>
          <a:bodyPr vert="horz" wrap="square" lIns="0" tIns="0" rIns="0" bIns="0" rtlCol="0" anchor="t" anchorCtr="0">
            <a:noAutofit/>
          </a:bodyPr>
          <a:lstStyle>
            <a:lvl1pPr>
              <a:lnSpc>
                <a:spcPct val="90000"/>
              </a:lnSpc>
              <a:defRPr lang="en-US" sz="5294" spc="-147" dirty="0">
                <a:solidFill>
                  <a:srgbClr val="000000"/>
                </a:solidFill>
              </a:defRPr>
            </a:lvl1pPr>
          </a:lstStyle>
          <a:p>
            <a:pPr marL="0" lvl="0">
              <a:lnSpc>
                <a:spcPts val="5490"/>
              </a:lnSpc>
            </a:pPr>
            <a:r>
              <a:rPr lang="en-US"/>
              <a:t>Section title</a:t>
            </a:r>
          </a:p>
        </p:txBody>
      </p:sp>
    </p:spTree>
    <p:extLst>
      <p:ext uri="{BB962C8B-B14F-4D97-AF65-F5344CB8AC3E}">
        <p14:creationId xmlns:p14="http://schemas.microsoft.com/office/powerpoint/2010/main" val="199099509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8439909"/>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hank you whit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F07DE85-B70F-4309-8506-6C011BC20860}"/>
              </a:ext>
            </a:extLst>
          </p:cNvPr>
          <p:cNvSpPr>
            <a:spLocks noGrp="1"/>
          </p:cNvSpPr>
          <p:nvPr>
            <p:ph type="title" hasCustomPrompt="1"/>
          </p:nvPr>
        </p:nvSpPr>
        <p:spPr>
          <a:xfrm>
            <a:off x="430545" y="2125362"/>
            <a:ext cx="7474057" cy="1415708"/>
          </a:xfrm>
          <a:noFill/>
        </p:spPr>
        <p:txBody>
          <a:bodyPr lIns="0" tIns="0" rIns="0" bIns="0" anchor="t" anchorCtr="0"/>
          <a:lstStyle>
            <a:lvl1pPr>
              <a:lnSpc>
                <a:spcPct val="100000"/>
              </a:lnSpc>
              <a:spcAft>
                <a:spcPts val="1274"/>
              </a:spcAft>
              <a:defRPr sz="2549" spc="-147" baseline="0">
                <a:solidFill>
                  <a:schemeClr val="accent1"/>
                </a:solidFill>
              </a:defRPr>
            </a:lvl1pPr>
          </a:lstStyle>
          <a:p>
            <a:r>
              <a:rPr lang="en-US"/>
              <a:t>Thank you.</a:t>
            </a:r>
          </a:p>
        </p:txBody>
      </p:sp>
      <p:sp>
        <p:nvSpPr>
          <p:cNvPr id="7" name="Text Box 3">
            <a:extLst>
              <a:ext uri="{FF2B5EF4-FFF2-40B4-BE49-F238E27FC236}">
                <a16:creationId xmlns:a16="http://schemas.microsoft.com/office/drawing/2014/main" id="{F3523A4C-09FD-49AC-AA6D-1A6E7B7893EE}"/>
              </a:ext>
            </a:extLst>
          </p:cNvPr>
          <p:cNvSpPr txBox="1">
            <a:spLocks noChangeArrowheads="1"/>
          </p:cNvSpPr>
          <p:nvPr userDrawn="1"/>
        </p:nvSpPr>
        <p:spPr bwMode="blackWhite">
          <a:xfrm>
            <a:off x="428494" y="6318462"/>
            <a:ext cx="4482124"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rgbClr val="000000"/>
                </a:solidFill>
                <a:cs typeface="Segoe UI" pitchFamily="34" charset="0"/>
              </a:rPr>
              <a:t>© Copyright Microsoft Corporation. All rights reserved. </a:t>
            </a:r>
          </a:p>
        </p:txBody>
      </p:sp>
      <p:pic>
        <p:nvPicPr>
          <p:cNvPr id="8" name="Picture 7">
            <a:extLst>
              <a:ext uri="{FF2B5EF4-FFF2-40B4-BE49-F238E27FC236}">
                <a16:creationId xmlns:a16="http://schemas.microsoft.com/office/drawing/2014/main" id="{A0536F0D-1D81-4FE6-B2BF-E3CEE746F5D6}"/>
              </a:ext>
            </a:extLst>
          </p:cNvPr>
          <p:cNvPicPr>
            <a:picLocks noChangeAspect="1"/>
          </p:cNvPicPr>
          <p:nvPr userDrawn="1"/>
        </p:nvPicPr>
        <p:blipFill>
          <a:blip r:embed="rId2"/>
          <a:stretch>
            <a:fillRect/>
          </a:stretch>
        </p:blipFill>
        <p:spPr>
          <a:xfrm>
            <a:off x="426425" y="438484"/>
            <a:ext cx="1361869" cy="224138"/>
          </a:xfrm>
          <a:prstGeom prst="rect">
            <a:avLst/>
          </a:prstGeom>
        </p:spPr>
      </p:pic>
    </p:spTree>
    <p:extLst>
      <p:ext uri="{BB962C8B-B14F-4D97-AF65-F5344CB8AC3E}">
        <p14:creationId xmlns:p14="http://schemas.microsoft.com/office/powerpoint/2010/main" val="26792093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hank you blu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29545" y="2124920"/>
            <a:ext cx="7474869" cy="1416149"/>
          </a:xfrm>
          <a:noFill/>
        </p:spPr>
        <p:txBody>
          <a:bodyPr lIns="0" tIns="0" rIns="0" bIns="0" anchor="t" anchorCtr="0"/>
          <a:lstStyle>
            <a:lvl1pPr>
              <a:lnSpc>
                <a:spcPct val="100000"/>
              </a:lnSpc>
              <a:spcAft>
                <a:spcPts val="1274"/>
              </a:spcAft>
              <a:defRPr sz="2549" spc="-147" baseline="0">
                <a:solidFill>
                  <a:schemeClr val="bg2"/>
                </a:solidFill>
              </a:defRPr>
            </a:lvl1pPr>
          </a:lstStyle>
          <a:p>
            <a:r>
              <a:rPr lang="en-US"/>
              <a:t>Thank you.</a:t>
            </a:r>
          </a:p>
        </p:txBody>
      </p:sp>
      <p:sp>
        <p:nvSpPr>
          <p:cNvPr id="4" name="Text Box 3">
            <a:extLst>
              <a:ext uri="{FF2B5EF4-FFF2-40B4-BE49-F238E27FC236}">
                <a16:creationId xmlns:a16="http://schemas.microsoft.com/office/drawing/2014/main" id="{1688BD8D-D2E4-4DFC-B39C-D55D84362354}"/>
              </a:ext>
            </a:extLst>
          </p:cNvPr>
          <p:cNvSpPr txBox="1">
            <a:spLocks noChangeArrowheads="1"/>
          </p:cNvSpPr>
          <p:nvPr userDrawn="1"/>
        </p:nvSpPr>
        <p:spPr bwMode="blackWhite">
          <a:xfrm>
            <a:off x="428494" y="6318462"/>
            <a:ext cx="4482124"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bg2"/>
                </a:solidFill>
                <a:cs typeface="Segoe UI" pitchFamily="34" charset="0"/>
              </a:rPr>
              <a:t>© Copyright Microsoft Corporation. All rights reserved. </a:t>
            </a:r>
          </a:p>
        </p:txBody>
      </p:sp>
      <p:pic>
        <p:nvPicPr>
          <p:cNvPr id="5" name="Picture 4">
            <a:extLst>
              <a:ext uri="{FF2B5EF4-FFF2-40B4-BE49-F238E27FC236}">
                <a16:creationId xmlns:a16="http://schemas.microsoft.com/office/drawing/2014/main" id="{C0C8EF20-FCC4-473D-B1A2-B6C4D18345E6}"/>
              </a:ext>
            </a:extLst>
          </p:cNvPr>
          <p:cNvPicPr>
            <a:picLocks noChangeAspect="1"/>
          </p:cNvPicPr>
          <p:nvPr userDrawn="1"/>
        </p:nvPicPr>
        <p:blipFill>
          <a:blip r:embed="rId2"/>
          <a:stretch>
            <a:fillRect/>
          </a:stretch>
        </p:blipFill>
        <p:spPr>
          <a:xfrm>
            <a:off x="426424" y="438438"/>
            <a:ext cx="1364901" cy="224637"/>
          </a:xfrm>
          <a:prstGeom prst="rect">
            <a:avLst/>
          </a:prstGeom>
        </p:spPr>
      </p:pic>
    </p:spTree>
    <p:extLst>
      <p:ext uri="{BB962C8B-B14F-4D97-AF65-F5344CB8AC3E}">
        <p14:creationId xmlns:p14="http://schemas.microsoft.com/office/powerpoint/2010/main" val="674902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9BF12-1EB4-1452-A19C-113F77D565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8A30EB-1F89-64FC-5C2D-BA9A40E713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73659E-CF49-6CB6-9CD7-892CCAED03F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860B69-F3E8-AB58-F95E-D1B4766BA0B5}"/>
              </a:ext>
            </a:extLst>
          </p:cNvPr>
          <p:cNvSpPr>
            <a:spLocks noGrp="1"/>
          </p:cNvSpPr>
          <p:nvPr>
            <p:ph type="dt" sz="half" idx="10"/>
          </p:nvPr>
        </p:nvSpPr>
        <p:spPr/>
        <p:txBody>
          <a:bodyPr/>
          <a:lstStyle/>
          <a:p>
            <a:fld id="{3F69DA25-EDC3-44A9-A841-ABC6E9170DF1}" type="datetimeFigureOut">
              <a:rPr lang="en-US" smtClean="0"/>
              <a:t>10/15/2026</a:t>
            </a:fld>
            <a:endParaRPr lang="en-US"/>
          </a:p>
        </p:txBody>
      </p:sp>
      <p:sp>
        <p:nvSpPr>
          <p:cNvPr id="6" name="Footer Placeholder 5">
            <a:extLst>
              <a:ext uri="{FF2B5EF4-FFF2-40B4-BE49-F238E27FC236}">
                <a16:creationId xmlns:a16="http://schemas.microsoft.com/office/drawing/2014/main" id="{033C908F-1B4B-FAA2-7440-AAEA743A54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FC9069-2B60-6216-C607-76FEFD93E4E8}"/>
              </a:ext>
            </a:extLst>
          </p:cNvPr>
          <p:cNvSpPr>
            <a:spLocks noGrp="1"/>
          </p:cNvSpPr>
          <p:nvPr>
            <p:ph type="sldNum" sz="quarter" idx="12"/>
          </p:nvPr>
        </p:nvSpPr>
        <p:spPr/>
        <p:txBody>
          <a:bodyPr/>
          <a:lstStyle/>
          <a:p>
            <a:fld id="{3A0595BF-A471-4E7C-8C7B-176638B52557}" type="slidenum">
              <a:rPr lang="en-US" smtClean="0"/>
              <a:t>‹#›</a:t>
            </a:fld>
            <a:endParaRPr lang="en-US"/>
          </a:p>
        </p:txBody>
      </p:sp>
    </p:spTree>
    <p:extLst>
      <p:ext uri="{BB962C8B-B14F-4D97-AF65-F5344CB8AC3E}">
        <p14:creationId xmlns:p14="http://schemas.microsoft.com/office/powerpoint/2010/main" val="341120752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1_Title - Main Hero">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F35526B3-1B77-DA7E-39AC-F0F77964EC4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10800000">
            <a:off x="-3" y="0"/>
            <a:ext cx="12192002" cy="6858000"/>
          </a:xfrm>
          <a:prstGeom prst="rect">
            <a:avLst/>
          </a:prstGeom>
        </p:spPr>
      </p:pic>
      <p:pic>
        <p:nvPicPr>
          <p:cNvPr id="2" name="Picture 1">
            <a:extLst>
              <a:ext uri="{FF2B5EF4-FFF2-40B4-BE49-F238E27FC236}">
                <a16:creationId xmlns:a16="http://schemas.microsoft.com/office/drawing/2014/main" id="{F4A12633-3910-C1C9-2412-C41C7406415D}"/>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0" y="2849737"/>
            <a:ext cx="12191999" cy="4008263"/>
          </a:xfrm>
          <a:prstGeom prst="rect">
            <a:avLst/>
          </a:prstGeom>
        </p:spPr>
      </p:pic>
      <p:sp>
        <p:nvSpPr>
          <p:cNvPr id="3" name="Rectangle 2">
            <a:extLst>
              <a:ext uri="{FF2B5EF4-FFF2-40B4-BE49-F238E27FC236}">
                <a16:creationId xmlns:a16="http://schemas.microsoft.com/office/drawing/2014/main" id="{BF43EC56-D14B-6EAD-DA40-597D7C1F8990}"/>
              </a:ext>
            </a:extLst>
          </p:cNvPr>
          <p:cNvSpPr/>
          <p:nvPr/>
        </p:nvSpPr>
        <p:spPr bwMode="auto">
          <a:xfrm>
            <a:off x="-2" y="0"/>
            <a:ext cx="12192000" cy="4331731"/>
          </a:xfrm>
          <a:prstGeom prst="rect">
            <a:avLst/>
          </a:prstGeom>
          <a:gradFill flip="none" rotWithShape="1">
            <a:gsLst>
              <a:gs pos="52000">
                <a:srgbClr val="FFFFFF"/>
              </a:gs>
              <a:gs pos="42000">
                <a:srgbClr val="FFFFFF">
                  <a:lumMod val="100000"/>
                </a:srgbClr>
              </a:gs>
              <a:gs pos="0">
                <a:schemeClr val="bg1">
                  <a:alpha val="0"/>
                </a:schemeClr>
              </a:gs>
              <a:gs pos="64000">
                <a:srgbClr val="FFFFFF"/>
              </a:gs>
              <a:gs pos="100000">
                <a:schemeClr val="bg1">
                  <a:alpha val="0"/>
                </a:schemeClr>
              </a:gs>
            </a:gsLst>
            <a:lin ang="54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Title 1"/>
          <p:cNvSpPr>
            <a:spLocks noGrp="1"/>
          </p:cNvSpPr>
          <p:nvPr>
            <p:ph type="title" hasCustomPrompt="1"/>
          </p:nvPr>
        </p:nvSpPr>
        <p:spPr>
          <a:xfrm>
            <a:off x="584200" y="2207695"/>
            <a:ext cx="4412673" cy="1354217"/>
          </a:xfrm>
          <a:noFill/>
        </p:spPr>
        <p:txBody>
          <a:bodyPr wrap="square" lIns="0" tIns="0" rIns="0" bIns="0" anchor="b" anchorCtr="0">
            <a:spAutoFit/>
          </a:bodyPr>
          <a:lstStyle>
            <a:lvl1pPr>
              <a:defRPr lang="en-US" sz="4400" b="0" kern="1200" cap="none" spc="-50" baseline="0" dirty="0">
                <a:ln w="3175">
                  <a:noFill/>
                </a:ln>
                <a:gradFill>
                  <a:gsLst>
                    <a:gs pos="21000">
                      <a:schemeClr val="accent1"/>
                    </a:gs>
                    <a:gs pos="100000">
                      <a:schemeClr val="accent3"/>
                    </a:gs>
                  </a:gsLst>
                  <a:lin ang="2400000" scaled="0"/>
                </a:gradFill>
                <a:effectLst/>
                <a:latin typeface="Segoe UI Semibold" panose="020B0702040204020203" pitchFamily="34" charset="0"/>
                <a:ea typeface="+mn-ea"/>
                <a:cs typeface="Segoe UI Semibold" panose="020B07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412673" cy="369332"/>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sz="2400"/>
              <a:t>Subtitle</a:t>
            </a:r>
            <a:endParaRPr lang="en-US"/>
          </a:p>
        </p:txBody>
      </p:sp>
      <p:pic>
        <p:nvPicPr>
          <p:cNvPr id="6" name="MS logo gray - EMF" descr="Microsoft logo, gray text version">
            <a:extLst>
              <a:ext uri="{FF2B5EF4-FFF2-40B4-BE49-F238E27FC236}">
                <a16:creationId xmlns:a16="http://schemas.microsoft.com/office/drawing/2014/main" id="{3CEAEC18-8489-693F-78F7-AC580E31662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892464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91F2197-93BD-4185-90AF-35B74E7BB0BD}" type="datetimeFigureOut">
              <a:rPr lang="en-US" smtClean="0"/>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03B0F2D-013A-4979-A4A2-A445109A6933}" type="slidenum">
              <a:rPr lang="en-US" smtClean="0"/>
              <a:t>‹#›</a:t>
            </a:fld>
            <a:endParaRPr lang="en-US"/>
          </a:p>
        </p:txBody>
      </p:sp>
    </p:spTree>
    <p:extLst>
      <p:ext uri="{BB962C8B-B14F-4D97-AF65-F5344CB8AC3E}">
        <p14:creationId xmlns:p14="http://schemas.microsoft.com/office/powerpoint/2010/main" val="194709945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cSld name="9_Title Only">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4DB660C8-FCFE-8CB6-A08E-975F87F66C4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FA57C656-3E5F-8959-00F8-286B44FD1D70}"/>
              </a:ext>
            </a:extLst>
          </p:cNvPr>
          <p:cNvSpPr/>
          <p:nvPr/>
        </p:nvSpPr>
        <p:spPr bwMode="auto">
          <a:xfrm>
            <a:off x="0" y="0"/>
            <a:ext cx="12296446" cy="6858000"/>
          </a:xfrm>
          <a:prstGeom prst="rect">
            <a:avLst/>
          </a:prstGeom>
          <a:gradFill>
            <a:gsLst>
              <a:gs pos="0">
                <a:schemeClr val="bg1"/>
              </a:gs>
              <a:gs pos="38000">
                <a:schemeClr val="bg1">
                  <a:alpha val="0"/>
                </a:schemeClr>
              </a:gs>
            </a:gsLst>
            <a:lin ang="2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Title 6">
            <a:extLst>
              <a:ext uri="{FF2B5EF4-FFF2-40B4-BE49-F238E27FC236}">
                <a16:creationId xmlns:a16="http://schemas.microsoft.com/office/drawing/2014/main" id="{4E399E1B-A281-406B-2B38-EEFD19875D89}"/>
              </a:ext>
            </a:extLst>
          </p:cNvPr>
          <p:cNvSpPr>
            <a:spLocks noGrp="1"/>
          </p:cNvSpPr>
          <p:nvPr>
            <p:ph type="title"/>
          </p:nvPr>
        </p:nvSpPr>
        <p:spPr>
          <a:xfrm>
            <a:off x="584200" y="3033223"/>
            <a:ext cx="11018520" cy="498598"/>
          </a:xfrm>
          <a:noFill/>
        </p:spPr>
        <p:txBody>
          <a:bodyPr vert="horz" wrap="square" lIns="0" tIns="0" rIns="0" bIns="0" rtlCol="0" anchor="b" anchorCtr="0">
            <a:spAutoFit/>
          </a:bodyPr>
          <a:lstStyle>
            <a:lvl1pPr>
              <a:defRPr lang="en-US" sz="3600" dirty="0">
                <a:gradFill>
                  <a:gsLst>
                    <a:gs pos="22000">
                      <a:schemeClr val="accent2"/>
                    </a:gs>
                    <a:gs pos="100000">
                      <a:schemeClr val="accent3"/>
                    </a:gs>
                  </a:gsLst>
                  <a:lin ang="2400000" scaled="0"/>
                </a:gradFill>
                <a:latin typeface="+mj-lt"/>
                <a:cs typeface="Segoe UI" pitchFamily="34" charset="0"/>
              </a:defRPr>
            </a:lvl1pPr>
          </a:lstStyle>
          <a:p>
            <a:pPr lvl="0">
              <a:lnSpc>
                <a:spcPct val="90000"/>
              </a:lnSpc>
            </a:pPr>
            <a:r>
              <a:rPr lang="en-US"/>
              <a:t>Click to edit Master title style</a:t>
            </a:r>
          </a:p>
        </p:txBody>
      </p:sp>
    </p:spTree>
    <p:extLst>
      <p:ext uri="{BB962C8B-B14F-4D97-AF65-F5344CB8AC3E}">
        <p14:creationId xmlns:p14="http://schemas.microsoft.com/office/powerpoint/2010/main" val="2744626786"/>
      </p:ext>
    </p:extLst>
  </p:cSld>
  <p:clrMapOvr>
    <a:masterClrMapping/>
  </p:clrMapOvr>
  <p:transition>
    <p:fade/>
  </p:transition>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2927031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4_Title Only">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4DB660C8-FCFE-8CB6-A08E-975F87F66C4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FA57C656-3E5F-8959-00F8-286B44FD1D70}"/>
              </a:ext>
            </a:extLst>
          </p:cNvPr>
          <p:cNvSpPr/>
          <p:nvPr/>
        </p:nvSpPr>
        <p:spPr bwMode="auto">
          <a:xfrm>
            <a:off x="0" y="0"/>
            <a:ext cx="12296446" cy="6858000"/>
          </a:xfrm>
          <a:prstGeom prst="rect">
            <a:avLst/>
          </a:prstGeom>
          <a:gradFill>
            <a:gsLst>
              <a:gs pos="0">
                <a:schemeClr val="bg1"/>
              </a:gs>
              <a:gs pos="38000">
                <a:schemeClr val="bg1">
                  <a:alpha val="0"/>
                </a:schemeClr>
              </a:gs>
            </a:gsLst>
            <a:lin ang="2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5" name="Title 6">
            <a:extLst>
              <a:ext uri="{FF2B5EF4-FFF2-40B4-BE49-F238E27FC236}">
                <a16:creationId xmlns:a16="http://schemas.microsoft.com/office/drawing/2014/main" id="{51C9B6F3-E735-840E-3BE2-D2B3CC818C47}"/>
              </a:ext>
            </a:extLst>
          </p:cNvPr>
          <p:cNvSpPr>
            <a:spLocks noGrp="1"/>
          </p:cNvSpPr>
          <p:nvPr>
            <p:ph type="title"/>
          </p:nvPr>
        </p:nvSpPr>
        <p:spPr>
          <a:xfrm>
            <a:off x="586892" y="443426"/>
            <a:ext cx="11018520" cy="430887"/>
          </a:xfrm>
        </p:spPr>
        <p:txBody>
          <a:bodyPr anchor="t" anchorCtr="0"/>
          <a:lstStyle/>
          <a:p>
            <a:r>
              <a:rPr lang="en-US"/>
              <a:t>Click to edit Master title style</a:t>
            </a:r>
          </a:p>
        </p:txBody>
      </p:sp>
      <p:sp>
        <p:nvSpPr>
          <p:cNvPr id="6" name="Text Placeholder 2">
            <a:extLst>
              <a:ext uri="{FF2B5EF4-FFF2-40B4-BE49-F238E27FC236}">
                <a16:creationId xmlns:a16="http://schemas.microsoft.com/office/drawing/2014/main" id="{DC5275CD-9BC7-D5C8-CFA6-C95A6628B7BE}"/>
              </a:ext>
            </a:extLst>
          </p:cNvPr>
          <p:cNvSpPr>
            <a:spLocks noGrp="1"/>
          </p:cNvSpPr>
          <p:nvPr>
            <p:ph type="body" sz="quarter" idx="11"/>
          </p:nvPr>
        </p:nvSpPr>
        <p:spPr>
          <a:xfrm>
            <a:off x="588176" y="968255"/>
            <a:ext cx="11018520" cy="276999"/>
          </a:xfrm>
        </p:spPr>
        <p:txBody>
          <a:bodyPr/>
          <a:lstStyle>
            <a:lvl1pPr marL="0" indent="0">
              <a:buNone/>
              <a:defRPr sz="1600"/>
            </a:lvl1pPr>
          </a:lstStyle>
          <a:p>
            <a:pPr lvl="0"/>
            <a:r>
              <a:rPr lang="en-US"/>
              <a:t>Click to edit Master text styles</a:t>
            </a:r>
          </a:p>
        </p:txBody>
      </p:sp>
    </p:spTree>
    <p:extLst>
      <p:ext uri="{BB962C8B-B14F-4D97-AF65-F5344CB8AC3E}">
        <p14:creationId xmlns:p14="http://schemas.microsoft.com/office/powerpoint/2010/main" val="1699920239"/>
      </p:ext>
    </p:extLst>
  </p:cSld>
  <p:clrMapOvr>
    <a:masterClrMapping/>
  </p:clrMapOvr>
  <p:transition>
    <p:fade/>
  </p:transition>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pic>
        <p:nvPicPr>
          <p:cNvPr id="2" name="Picture 1" descr="Background pattern&#10;&#10;Description automatically generated">
            <a:extLst>
              <a:ext uri="{FF2B5EF4-FFF2-40B4-BE49-F238E27FC236}">
                <a16:creationId xmlns:a16="http://schemas.microsoft.com/office/drawing/2014/main" id="{4DB660C8-FCFE-8CB6-A08E-975F87F66C4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Rectangle 2">
            <a:extLst>
              <a:ext uri="{FF2B5EF4-FFF2-40B4-BE49-F238E27FC236}">
                <a16:creationId xmlns:a16="http://schemas.microsoft.com/office/drawing/2014/main" id="{FA57C656-3E5F-8959-00F8-286B44FD1D70}"/>
              </a:ext>
            </a:extLst>
          </p:cNvPr>
          <p:cNvSpPr/>
          <p:nvPr userDrawn="1"/>
        </p:nvSpPr>
        <p:spPr bwMode="auto">
          <a:xfrm>
            <a:off x="0" y="0"/>
            <a:ext cx="12296446" cy="6858000"/>
          </a:xfrm>
          <a:prstGeom prst="rect">
            <a:avLst/>
          </a:prstGeom>
          <a:gradFill>
            <a:gsLst>
              <a:gs pos="0">
                <a:schemeClr val="bg1"/>
              </a:gs>
              <a:gs pos="38000">
                <a:schemeClr val="bg1">
                  <a:alpha val="0"/>
                </a:schemeClr>
              </a:gs>
            </a:gsLst>
            <a:lin ang="2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8E18B7EF-51F4-0AF3-B6B2-14F3663B476B}"/>
              </a:ext>
            </a:extLst>
          </p:cNvPr>
          <p:cNvSpPr>
            <a:spLocks noGrp="1"/>
          </p:cNvSpPr>
          <p:nvPr>
            <p:ph type="title"/>
          </p:nvPr>
        </p:nvSpPr>
        <p:spPr>
          <a:xfrm>
            <a:off x="588263" y="580311"/>
            <a:ext cx="11018520" cy="430887"/>
          </a:xfrm>
        </p:spPr>
        <p:txBody>
          <a:bodyPr anchor="t" anchorCtr="0"/>
          <a:lstStyle/>
          <a:p>
            <a:r>
              <a:rPr lang="en-US"/>
              <a:t>Click to edit Master title style</a:t>
            </a:r>
          </a:p>
        </p:txBody>
      </p:sp>
      <p:sp>
        <p:nvSpPr>
          <p:cNvPr id="7" name="Text Placeholder 11">
            <a:extLst>
              <a:ext uri="{FF2B5EF4-FFF2-40B4-BE49-F238E27FC236}">
                <a16:creationId xmlns:a16="http://schemas.microsoft.com/office/drawing/2014/main" id="{9AC98D00-037E-AA9F-9072-F66D12F7D7B2}"/>
              </a:ext>
            </a:extLst>
          </p:cNvPr>
          <p:cNvSpPr>
            <a:spLocks noGrp="1"/>
          </p:cNvSpPr>
          <p:nvPr>
            <p:ph type="body" sz="quarter" idx="16" hasCustomPrompt="1"/>
          </p:nvPr>
        </p:nvSpPr>
        <p:spPr>
          <a:xfrm>
            <a:off x="585217" y="316933"/>
            <a:ext cx="3536997" cy="338554"/>
          </a:xfrm>
        </p:spPr>
        <p:txBody>
          <a:bodyPr anchor="t"/>
          <a:lstStyle>
            <a:lvl1pPr marL="0" indent="0" algn="l" defTabSz="914367" rtl="0" eaLnBrk="1" latinLnBrk="0" hangingPunct="1">
              <a:spcBef>
                <a:spcPts val="0"/>
              </a:spcBef>
              <a:buNone/>
              <a:defRPr lang="en-US" sz="1600" kern="1200" dirty="0">
                <a:solidFill>
                  <a:schemeClr val="tx1"/>
                </a:solidFill>
                <a:latin typeface="+mj-lt"/>
                <a:ea typeface="+mn-ea"/>
                <a:cs typeface="+mn-cs"/>
              </a:defRPr>
            </a:lvl1pPr>
          </a:lstStyle>
          <a:p>
            <a:pPr lvl="0"/>
            <a:r>
              <a:rPr lang="en-US"/>
              <a:t>Click to edit text styles</a:t>
            </a:r>
          </a:p>
        </p:txBody>
      </p:sp>
      <p:sp>
        <p:nvSpPr>
          <p:cNvPr id="8" name="Text Placeholder 2">
            <a:extLst>
              <a:ext uri="{FF2B5EF4-FFF2-40B4-BE49-F238E27FC236}">
                <a16:creationId xmlns:a16="http://schemas.microsoft.com/office/drawing/2014/main" id="{7F58507D-BE25-A676-EF32-EE4249E5B1E0}"/>
              </a:ext>
            </a:extLst>
          </p:cNvPr>
          <p:cNvSpPr>
            <a:spLocks noGrp="1"/>
          </p:cNvSpPr>
          <p:nvPr>
            <p:ph type="body" sz="quarter" idx="11"/>
          </p:nvPr>
        </p:nvSpPr>
        <p:spPr>
          <a:xfrm>
            <a:off x="584518" y="1039270"/>
            <a:ext cx="11018520" cy="276999"/>
          </a:xfrm>
        </p:spPr>
        <p:txBody>
          <a:bodyPr/>
          <a:lstStyle>
            <a:lvl1pPr marL="0" indent="0">
              <a:buNone/>
              <a:defRPr sz="1800"/>
            </a:lvl1pPr>
          </a:lstStyle>
          <a:p>
            <a:pPr lvl="0"/>
            <a:r>
              <a:rPr lang="en-US"/>
              <a:t>Click to edit Master text styles</a:t>
            </a:r>
          </a:p>
        </p:txBody>
      </p:sp>
    </p:spTree>
    <p:extLst>
      <p:ext uri="{BB962C8B-B14F-4D97-AF65-F5344CB8AC3E}">
        <p14:creationId xmlns:p14="http://schemas.microsoft.com/office/powerpoint/2010/main" val="258908889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6_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10CED5C-09CE-086B-058F-E86642850C0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7EADC449-E006-2BF9-CAC5-11C2B170B2D9}"/>
              </a:ext>
              <a:ext uri="{C183D7F6-B498-43B3-948B-1728B52AA6E4}">
                <adec:decorative xmlns:adec="http://schemas.microsoft.com/office/drawing/2017/decorative" val="1"/>
              </a:ext>
            </a:extLst>
          </p:cNvPr>
          <p:cNvSpPr/>
          <p:nvPr userDrawn="1"/>
        </p:nvSpPr>
        <p:spPr bwMode="auto">
          <a:xfrm rot="5400000">
            <a:off x="4897820" y="-4897821"/>
            <a:ext cx="2396359" cy="12192000"/>
          </a:xfrm>
          <a:prstGeom prst="rect">
            <a:avLst/>
          </a:prstGeom>
          <a:gradFill flip="none" rotWithShape="1">
            <a:gsLst>
              <a:gs pos="19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 name="Title 1">
            <a:extLst>
              <a:ext uri="{FF2B5EF4-FFF2-40B4-BE49-F238E27FC236}">
                <a16:creationId xmlns:a16="http://schemas.microsoft.com/office/drawing/2014/main" id="{4242D82A-9DB1-584C-2E16-3D8B4469A143}"/>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5" name="Content Placeholder 3">
            <a:extLst>
              <a:ext uri="{FF2B5EF4-FFF2-40B4-BE49-F238E27FC236}">
                <a16:creationId xmlns:a16="http://schemas.microsoft.com/office/drawing/2014/main" id="{E6965A68-D388-7DD3-A305-B934A332BC28}"/>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3703213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CSP Masters Program - Copilot title 1">
    <p:spTree>
      <p:nvGrpSpPr>
        <p:cNvPr id="1" name=""/>
        <p:cNvGrpSpPr/>
        <p:nvPr/>
      </p:nvGrpSpPr>
      <p:grpSpPr>
        <a:xfrm>
          <a:off x="0" y="0"/>
          <a:ext cx="0" cy="0"/>
          <a:chOff x="0" y="0"/>
          <a:chExt cx="0" cy="0"/>
        </a:xfrm>
      </p:grpSpPr>
      <p:pic>
        <p:nvPicPr>
          <p:cNvPr id="2" name="Picture 1" descr="A colorful logo in a spiral&#10;&#10;Description automatically generated">
            <a:extLst>
              <a:ext uri="{FF2B5EF4-FFF2-40B4-BE49-F238E27FC236}">
                <a16:creationId xmlns:a16="http://schemas.microsoft.com/office/drawing/2014/main" id="{6B1CE931-25E3-561F-E582-DD9662E622D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7" name="MS logo gray - EMF">
            <a:extLst>
              <a:ext uri="{FF2B5EF4-FFF2-40B4-BE49-F238E27FC236}">
                <a16:creationId xmlns:a16="http://schemas.microsoft.com/office/drawing/2014/main" id="{3A9922AE-499A-8913-51FD-060B72D0BE0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283297" y="281709"/>
            <a:ext cx="2440148" cy="902855"/>
          </a:xfrm>
          <a:prstGeom prst="rect">
            <a:avLst/>
          </a:prstGeom>
        </p:spPr>
      </p:pic>
      <p:sp>
        <p:nvSpPr>
          <p:cNvPr id="9" name="Title 1">
            <a:extLst>
              <a:ext uri="{FF2B5EF4-FFF2-40B4-BE49-F238E27FC236}">
                <a16:creationId xmlns:a16="http://schemas.microsoft.com/office/drawing/2014/main" id="{0B916564-33C2-CD0E-E05A-76907EB69EDD}"/>
              </a:ext>
            </a:extLst>
          </p:cNvPr>
          <p:cNvSpPr>
            <a:spLocks noGrp="1"/>
          </p:cNvSpPr>
          <p:nvPr>
            <p:ph type="title" hasCustomPrompt="1"/>
          </p:nvPr>
        </p:nvSpPr>
        <p:spPr>
          <a:xfrm>
            <a:off x="588263" y="2302431"/>
            <a:ext cx="4167887" cy="1231106"/>
          </a:xfrm>
        </p:spPr>
        <p:txBody>
          <a:bodyPr anchor="b" anchorCtr="0">
            <a:spAutoFit/>
          </a:bodyPr>
          <a:lstStyle>
            <a:lvl1pPr>
              <a:defRPr kumimoji="0" lang="en-US" sz="4000" b="0" i="0" u="none" strike="noStrike" kern="1200" cap="none" spc="-50" normalizeH="0" baseline="0" dirty="0">
                <a:ln w="3175">
                  <a:noFill/>
                </a:ln>
                <a:gradFill>
                  <a:gsLst>
                    <a:gs pos="21000">
                      <a:srgbClr val="0078D4"/>
                    </a:gs>
                    <a:gs pos="100000">
                      <a:srgbClr val="C03BC4"/>
                    </a:gs>
                  </a:gsLst>
                  <a:lin ang="2400000" scaled="0"/>
                </a:gradFill>
                <a:effectLst/>
                <a:uLnTx/>
                <a:uFillTx/>
                <a:latin typeface="Segoe UI Semibold" panose="020B0702040204020203" pitchFamily="34" charset="0"/>
                <a:ea typeface="+mn-ea"/>
                <a:cs typeface="Segoe UI Semibold" panose="020B0702040204020203"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a:t>Event name or presentation title </a:t>
            </a:r>
          </a:p>
        </p:txBody>
      </p:sp>
      <p:sp>
        <p:nvSpPr>
          <p:cNvPr id="10" name="Text Placeholder 4">
            <a:extLst>
              <a:ext uri="{FF2B5EF4-FFF2-40B4-BE49-F238E27FC236}">
                <a16:creationId xmlns:a16="http://schemas.microsoft.com/office/drawing/2014/main" id="{3DE2905F-5DD9-A6E6-9622-A302EC289098}"/>
              </a:ext>
            </a:extLst>
          </p:cNvPr>
          <p:cNvSpPr>
            <a:spLocks noGrp="1"/>
          </p:cNvSpPr>
          <p:nvPr>
            <p:ph type="body" sz="quarter" idx="12" hasCustomPrompt="1"/>
          </p:nvPr>
        </p:nvSpPr>
        <p:spPr>
          <a:xfrm>
            <a:off x="582042" y="3962400"/>
            <a:ext cx="4164583" cy="246221"/>
          </a:xfrm>
          <a:noFill/>
        </p:spPr>
        <p:txBody>
          <a:bodyPr wrap="square" lIns="0" tIns="0" rIns="0" bIns="0">
            <a:spAutoFit/>
          </a:bodyPr>
          <a:lstStyle>
            <a:lvl1pPr marL="0" indent="0">
              <a:spcBef>
                <a:spcPts val="0"/>
              </a:spcBef>
              <a:buNone/>
              <a:defRPr sz="1600" spc="0" baseline="0">
                <a:solidFill>
                  <a:schemeClr val="tx1"/>
                </a:solidFill>
                <a:latin typeface="+mn-lt"/>
                <a:cs typeface="Segoe UI" panose="020B0502040204020203" pitchFamily="34" charset="0"/>
              </a:defRPr>
            </a:lvl1pPr>
          </a:lstStyle>
          <a:p>
            <a:pPr lvl="0"/>
            <a:r>
              <a:rPr lang="en-US"/>
              <a:t>Speaker name or subtitle</a:t>
            </a:r>
          </a:p>
        </p:txBody>
      </p:sp>
      <p:pic>
        <p:nvPicPr>
          <p:cNvPr id="4" name="Graphic 3">
            <a:extLst>
              <a:ext uri="{FF2B5EF4-FFF2-40B4-BE49-F238E27FC236}">
                <a16:creationId xmlns:a16="http://schemas.microsoft.com/office/drawing/2014/main" id="{9C458D51-B0C8-13B8-87CD-D9F63E34900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058401" y="5670973"/>
            <a:ext cx="1079862" cy="839894"/>
          </a:xfrm>
          <a:prstGeom prst="rect">
            <a:avLst/>
          </a:prstGeom>
        </p:spPr>
      </p:pic>
    </p:spTree>
    <p:extLst>
      <p:ext uri="{BB962C8B-B14F-4D97-AF65-F5344CB8AC3E}">
        <p14:creationId xmlns:p14="http://schemas.microsoft.com/office/powerpoint/2010/main" val="4253548328"/>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pic>
        <p:nvPicPr>
          <p:cNvPr id="6" name="Picture 5" descr="A colorful objects in the air&#10;&#10;Description automatically generated">
            <a:extLst>
              <a:ext uri="{FF2B5EF4-FFF2-40B4-BE49-F238E27FC236}">
                <a16:creationId xmlns:a16="http://schemas.microsoft.com/office/drawing/2014/main" id="{5D25AF53-A32B-923A-43C6-465AFFD1652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C9BB8A45-557B-4137-EB5C-B7905DF5574E}"/>
              </a:ext>
            </a:extLst>
          </p:cNvPr>
          <p:cNvSpPr>
            <a:spLocks noGrp="1"/>
          </p:cNvSpPr>
          <p:nvPr>
            <p:ph type="title" hasCustomPrompt="1"/>
          </p:nvPr>
        </p:nvSpPr>
        <p:spPr>
          <a:xfrm>
            <a:off x="588263" y="2503124"/>
            <a:ext cx="5782720" cy="430887"/>
          </a:xfrm>
        </p:spPr>
        <p:txBody>
          <a:bodyPr wrap="square" anchor="b" anchorCtr="0">
            <a:spAutoFit/>
          </a:bodyPr>
          <a:lstStyle>
            <a:lvl1pPr>
              <a:defRPr sz="2800">
                <a:gradFill>
                  <a:gsLst>
                    <a:gs pos="21000">
                      <a:srgbClr val="0078D4"/>
                    </a:gs>
                    <a:gs pos="100000">
                      <a:srgbClr val="C03BC4"/>
                    </a:gs>
                  </a:gsLst>
                  <a:lin ang="2400000" scaled="0"/>
                </a:gradFill>
              </a:defRPr>
            </a:lvl1pPr>
          </a:lstStyle>
          <a:p>
            <a:r>
              <a:rPr lang="en-US"/>
              <a:t>Event name or presentation title </a:t>
            </a:r>
          </a:p>
        </p:txBody>
      </p:sp>
    </p:spTree>
    <p:extLst>
      <p:ext uri="{BB962C8B-B14F-4D97-AF65-F5344CB8AC3E}">
        <p14:creationId xmlns:p14="http://schemas.microsoft.com/office/powerpoint/2010/main" val="1681737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pic>
        <p:nvPicPr>
          <p:cNvPr id="6" name="Picture 5" descr="A colorful objects in the air&#10;&#10;Description automatically generated">
            <a:extLst>
              <a:ext uri="{FF2B5EF4-FFF2-40B4-BE49-F238E27FC236}">
                <a16:creationId xmlns:a16="http://schemas.microsoft.com/office/drawing/2014/main" id="{5D25AF53-A32B-923A-43C6-465AFFD1652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Title 1">
            <a:extLst>
              <a:ext uri="{FF2B5EF4-FFF2-40B4-BE49-F238E27FC236}">
                <a16:creationId xmlns:a16="http://schemas.microsoft.com/office/drawing/2014/main" id="{C9BB8A45-557B-4137-EB5C-B7905DF5574E}"/>
              </a:ext>
            </a:extLst>
          </p:cNvPr>
          <p:cNvSpPr>
            <a:spLocks noGrp="1"/>
          </p:cNvSpPr>
          <p:nvPr>
            <p:ph type="title" hasCustomPrompt="1"/>
          </p:nvPr>
        </p:nvSpPr>
        <p:spPr>
          <a:xfrm>
            <a:off x="588263" y="2503124"/>
            <a:ext cx="5782720" cy="430887"/>
          </a:xfrm>
        </p:spPr>
        <p:txBody>
          <a:bodyPr wrap="square" anchor="b" anchorCtr="0">
            <a:spAutoFit/>
          </a:bodyPr>
          <a:lstStyle>
            <a:lvl1pPr>
              <a:defRPr sz="2800">
                <a:gradFill>
                  <a:gsLst>
                    <a:gs pos="21000">
                      <a:srgbClr val="0078D4"/>
                    </a:gs>
                    <a:gs pos="100000">
                      <a:srgbClr val="C03BC4"/>
                    </a:gs>
                  </a:gsLst>
                  <a:lin ang="2400000" scaled="0"/>
                </a:gradFill>
              </a:defRPr>
            </a:lvl1pPr>
          </a:lstStyle>
          <a:p>
            <a:r>
              <a:rPr lang="en-US"/>
              <a:t>Event name or presentation title </a:t>
            </a:r>
          </a:p>
        </p:txBody>
      </p:sp>
    </p:spTree>
    <p:extLst>
      <p:ext uri="{BB962C8B-B14F-4D97-AF65-F5344CB8AC3E}">
        <p14:creationId xmlns:p14="http://schemas.microsoft.com/office/powerpoint/2010/main" val="4209463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pic>
        <p:nvPicPr>
          <p:cNvPr id="2" name="Picture 1" descr="A close-up of various colored squares&#10;&#10;Description automatically generated">
            <a:extLst>
              <a:ext uri="{FF2B5EF4-FFF2-40B4-BE49-F238E27FC236}">
                <a16:creationId xmlns:a16="http://schemas.microsoft.com/office/drawing/2014/main" id="{B893E98A-E3E0-68D5-EC88-91F6F484F39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0" y="0"/>
            <a:ext cx="12192000" cy="6858000"/>
          </a:xfrm>
          <a:prstGeom prst="rect">
            <a:avLst/>
          </a:prstGeom>
        </p:spPr>
      </p:pic>
      <p:sp>
        <p:nvSpPr>
          <p:cNvPr id="5" name="Title 1">
            <a:extLst>
              <a:ext uri="{FF2B5EF4-FFF2-40B4-BE49-F238E27FC236}">
                <a16:creationId xmlns:a16="http://schemas.microsoft.com/office/drawing/2014/main" id="{689B81C7-BA7E-746B-39CA-4F19BE2DA960}"/>
              </a:ext>
            </a:extLst>
          </p:cNvPr>
          <p:cNvSpPr>
            <a:spLocks noGrp="1"/>
          </p:cNvSpPr>
          <p:nvPr>
            <p:ph type="title" hasCustomPrompt="1"/>
          </p:nvPr>
        </p:nvSpPr>
        <p:spPr>
          <a:xfrm>
            <a:off x="588263" y="2072237"/>
            <a:ext cx="3864467" cy="861774"/>
          </a:xfrm>
        </p:spPr>
        <p:txBody>
          <a:bodyPr wrap="square" anchor="b" anchorCtr="0">
            <a:spAutoFit/>
          </a:bodyPr>
          <a:lstStyle>
            <a:lvl1pPr>
              <a:defRPr sz="2800">
                <a:gradFill>
                  <a:gsLst>
                    <a:gs pos="0">
                      <a:schemeClr val="accent4"/>
                    </a:gs>
                    <a:gs pos="100000">
                      <a:srgbClr val="0736C3"/>
                    </a:gs>
                  </a:gsLst>
                  <a:lin ang="2700000" scaled="1"/>
                </a:gradFill>
              </a:defRPr>
            </a:lvl1pPr>
          </a:lstStyle>
          <a:p>
            <a:r>
              <a:rPr lang="en-US"/>
              <a:t>Event name or presentation title </a:t>
            </a:r>
          </a:p>
        </p:txBody>
      </p:sp>
      <p:sp>
        <p:nvSpPr>
          <p:cNvPr id="7" name="Slide Number Placeholder 4">
            <a:extLst>
              <a:ext uri="{FF2B5EF4-FFF2-40B4-BE49-F238E27FC236}">
                <a16:creationId xmlns:a16="http://schemas.microsoft.com/office/drawing/2014/main" id="{24EEC2A0-DF21-8EB8-4F73-E88F5E020CBA}"/>
              </a:ext>
            </a:extLst>
          </p:cNvPr>
          <p:cNvSpPr>
            <a:spLocks noGrp="1"/>
          </p:cNvSpPr>
          <p:nvPr>
            <p:ph type="sldNum" sz="quarter" idx="4"/>
          </p:nvPr>
        </p:nvSpPr>
        <p:spPr>
          <a:xfrm>
            <a:off x="11115040" y="6356350"/>
            <a:ext cx="781304" cy="365125"/>
          </a:xfrm>
          <a:prstGeom prst="rect">
            <a:avLst/>
          </a:prstGeom>
        </p:spPr>
        <p:txBody>
          <a:bodyPr vert="horz" lIns="91440" tIns="45720" rIns="91440" bIns="45720" rtlCol="0" anchor="ctr"/>
          <a:lstStyle>
            <a:lvl1pPr algn="r">
              <a:defRPr sz="1200">
                <a:solidFill>
                  <a:schemeClr val="tx1"/>
                </a:solidFill>
              </a:defRPr>
            </a:lvl1pPr>
          </a:lstStyle>
          <a:p>
            <a:fld id="{8F93FC27-A1D1-4A1D-8E2D-C92B07A03756}" type="slidenum">
              <a:rPr lang="en-US" smtClean="0"/>
              <a:pPr/>
              <a:t>‹#›</a:t>
            </a:fld>
            <a:endParaRPr lang="en-US"/>
          </a:p>
        </p:txBody>
      </p:sp>
      <p:grpSp>
        <p:nvGrpSpPr>
          <p:cNvPr id="15" name="Group 14">
            <a:extLst>
              <a:ext uri="{FF2B5EF4-FFF2-40B4-BE49-F238E27FC236}">
                <a16:creationId xmlns:a16="http://schemas.microsoft.com/office/drawing/2014/main" id="{E897FC48-89A8-1F96-1C26-E0C5C44E0003}"/>
              </a:ext>
            </a:extLst>
          </p:cNvPr>
          <p:cNvGrpSpPr/>
          <p:nvPr userDrawn="1"/>
        </p:nvGrpSpPr>
        <p:grpSpPr>
          <a:xfrm>
            <a:off x="9752967" y="6398361"/>
            <a:ext cx="274320" cy="274320"/>
            <a:chOff x="11001662" y="6398361"/>
            <a:chExt cx="274320" cy="274320"/>
          </a:xfrm>
        </p:grpSpPr>
        <p:sp>
          <p:nvSpPr>
            <p:cNvPr id="16" name="TextBox 15">
              <a:extLst>
                <a:ext uri="{FF2B5EF4-FFF2-40B4-BE49-F238E27FC236}">
                  <a16:creationId xmlns:a16="http://schemas.microsoft.com/office/drawing/2014/main" id="{EBF473FE-FFF5-F869-2854-18B841E98B9B}"/>
                </a:ext>
              </a:extLst>
            </p:cNvPr>
            <p:cNvSpPr txBox="1"/>
            <p:nvPr userDrawn="1"/>
          </p:nvSpPr>
          <p:spPr>
            <a:xfrm>
              <a:off x="11001662" y="6398361"/>
              <a:ext cx="274320"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oAutofit/>
            </a:bodyPr>
            <a:lstStyle/>
            <a:p>
              <a:pPr algn="ctr"/>
              <a:endParaRPr lang="en-US" sz="1200">
                <a:solidFill>
                  <a:schemeClr val="accent4"/>
                </a:solidFill>
                <a:latin typeface="+mj-lt"/>
              </a:endParaRPr>
            </a:p>
          </p:txBody>
        </p:sp>
        <p:pic>
          <p:nvPicPr>
            <p:cNvPr id="17" name="Graphic 16" descr="Home with solid fill">
              <a:hlinkClick r:id="" action="ppaction://noaction"/>
              <a:extLst>
                <a:ext uri="{FF2B5EF4-FFF2-40B4-BE49-F238E27FC236}">
                  <a16:creationId xmlns:a16="http://schemas.microsoft.com/office/drawing/2014/main" id="{89260396-0A4D-8BE9-9CF9-C1B629E90D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36918" y="6433618"/>
              <a:ext cx="203809" cy="203807"/>
            </a:xfrm>
            <a:prstGeom prst="rect">
              <a:avLst/>
            </a:prstGeom>
          </p:spPr>
        </p:pic>
      </p:grpSp>
      <p:sp>
        <p:nvSpPr>
          <p:cNvPr id="18" name="TextBox 17">
            <a:hlinkClick r:id="rId4" action="ppaction://hlinksldjump"/>
            <a:extLst>
              <a:ext uri="{FF2B5EF4-FFF2-40B4-BE49-F238E27FC236}">
                <a16:creationId xmlns:a16="http://schemas.microsoft.com/office/drawing/2014/main" id="{E543C65E-4CAB-20B7-4A3B-4981FA6C4990}"/>
              </a:ext>
            </a:extLst>
          </p:cNvPr>
          <p:cNvSpPr txBox="1"/>
          <p:nvPr userDrawn="1"/>
        </p:nvSpPr>
        <p:spPr>
          <a:xfrm>
            <a:off x="10626114" y="6398366"/>
            <a:ext cx="275648" cy="274320"/>
          </a:xfrm>
          <a:prstGeom prst="ellipse">
            <a:avLst/>
          </a:prstGeom>
          <a:solidFill>
            <a:schemeClr val="bg1"/>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accent4"/>
                </a:solidFill>
                <a:latin typeface="+mj-lt"/>
              </a:rPr>
              <a:t>A</a:t>
            </a:r>
          </a:p>
        </p:txBody>
      </p:sp>
      <p:sp>
        <p:nvSpPr>
          <p:cNvPr id="19" name="TextBox 18">
            <a:hlinkClick r:id="" action="ppaction://noaction"/>
            <a:extLst>
              <a:ext uri="{FF2B5EF4-FFF2-40B4-BE49-F238E27FC236}">
                <a16:creationId xmlns:a16="http://schemas.microsoft.com/office/drawing/2014/main" id="{A6AE03B8-3AA6-B6B0-00E6-385879803884}"/>
              </a:ext>
            </a:extLst>
          </p:cNvPr>
          <p:cNvSpPr txBox="1"/>
          <p:nvPr userDrawn="1"/>
        </p:nvSpPr>
        <p:spPr>
          <a:xfrm>
            <a:off x="11063351" y="6399001"/>
            <a:ext cx="275648" cy="274320"/>
          </a:xfrm>
          <a:prstGeom prst="ellipse">
            <a:avLst/>
          </a:prstGeom>
          <a:solidFill>
            <a:schemeClr val="bg1"/>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accent4"/>
                </a:solidFill>
                <a:latin typeface="+mj-lt"/>
              </a:rPr>
              <a:t>B</a:t>
            </a:r>
          </a:p>
        </p:txBody>
      </p:sp>
      <p:sp>
        <p:nvSpPr>
          <p:cNvPr id="20" name="TextBox 19">
            <a:hlinkClick r:id="" action="ppaction://hlinkshowjump?jump=previousslide"/>
            <a:extLst>
              <a:ext uri="{FF2B5EF4-FFF2-40B4-BE49-F238E27FC236}">
                <a16:creationId xmlns:a16="http://schemas.microsoft.com/office/drawing/2014/main" id="{27F66A8A-3992-4398-4AC1-4B1C819F583B}"/>
              </a:ext>
            </a:extLst>
          </p:cNvPr>
          <p:cNvSpPr txBox="1"/>
          <p:nvPr userDrawn="1"/>
        </p:nvSpPr>
        <p:spPr>
          <a:xfrm>
            <a:off x="9315729" y="6398366"/>
            <a:ext cx="275648"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bg1"/>
                </a:solidFill>
                <a:latin typeface="+mj-lt"/>
                <a:sym typeface="Wingdings" panose="05000000000000000000" pitchFamily="2" charset="2"/>
              </a:rPr>
              <a:t></a:t>
            </a:r>
            <a:endParaRPr lang="en-US" sz="1600">
              <a:solidFill>
                <a:schemeClr val="bg1"/>
              </a:solidFill>
              <a:latin typeface="+mj-lt"/>
            </a:endParaRPr>
          </a:p>
        </p:txBody>
      </p:sp>
      <p:sp>
        <p:nvSpPr>
          <p:cNvPr id="21" name="TextBox 20">
            <a:hlinkClick r:id="" action="ppaction://hlinkshowjump?jump=nextslide"/>
            <a:extLst>
              <a:ext uri="{FF2B5EF4-FFF2-40B4-BE49-F238E27FC236}">
                <a16:creationId xmlns:a16="http://schemas.microsoft.com/office/drawing/2014/main" id="{A0ED2FDA-58DA-FE39-6174-ABFE5AE01A10}"/>
              </a:ext>
            </a:extLst>
          </p:cNvPr>
          <p:cNvSpPr txBox="1"/>
          <p:nvPr userDrawn="1"/>
        </p:nvSpPr>
        <p:spPr>
          <a:xfrm>
            <a:off x="10188877" y="6398366"/>
            <a:ext cx="275648"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bg1"/>
                </a:solidFill>
                <a:latin typeface="+mj-lt"/>
                <a:sym typeface="Wingdings" panose="05000000000000000000" pitchFamily="2" charset="2"/>
              </a:rPr>
              <a:t></a:t>
            </a:r>
            <a:endParaRPr lang="en-US" sz="1600">
              <a:solidFill>
                <a:schemeClr val="bg1"/>
              </a:solidFill>
              <a:latin typeface="+mj-lt"/>
            </a:endParaRPr>
          </a:p>
        </p:txBody>
      </p:sp>
    </p:spTree>
    <p:extLst>
      <p:ext uri="{BB962C8B-B14F-4D97-AF65-F5344CB8AC3E}">
        <p14:creationId xmlns:p14="http://schemas.microsoft.com/office/powerpoint/2010/main" val="94302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2" name="Picture 1" descr="A blurry image of a person's hand&#10;&#10;Description automatically generated">
            <a:extLst>
              <a:ext uri="{FF2B5EF4-FFF2-40B4-BE49-F238E27FC236}">
                <a16:creationId xmlns:a16="http://schemas.microsoft.com/office/drawing/2014/main" id="{D5AAD626-0FF6-FBA0-BA7F-1E92B7248346}"/>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itle 2">
            <a:extLst>
              <a:ext uri="{FF2B5EF4-FFF2-40B4-BE49-F238E27FC236}">
                <a16:creationId xmlns:a16="http://schemas.microsoft.com/office/drawing/2014/main" id="{3A2DD64C-91AA-0F9F-782C-C9626477CBF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0" y="1435100"/>
            <a:ext cx="11025188" cy="314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0">
            <a:extLst>
              <a:ext uri="{FF2B5EF4-FFF2-40B4-BE49-F238E27FC236}">
                <a16:creationId xmlns:a16="http://schemas.microsoft.com/office/drawing/2014/main" id="{DD1BEEC7-5874-1E48-8B60-B1E5D9779C29}"/>
              </a:ext>
            </a:extLst>
          </p:cNvPr>
          <p:cNvSpPr>
            <a:spLocks noGrp="1"/>
          </p:cNvSpPr>
          <p:nvPr>
            <p:ph type="ftr" sz="quarter" idx="3"/>
          </p:nvPr>
        </p:nvSpPr>
        <p:spPr>
          <a:xfrm>
            <a:off x="584201" y="6441202"/>
            <a:ext cx="8321040"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
        <p:nvSpPr>
          <p:cNvPr id="8" name="Slide Number Placeholder 4">
            <a:extLst>
              <a:ext uri="{FF2B5EF4-FFF2-40B4-BE49-F238E27FC236}">
                <a16:creationId xmlns:a16="http://schemas.microsoft.com/office/drawing/2014/main" id="{363FBAD1-5C2A-57EE-8316-747F18BA3ED2}"/>
              </a:ext>
            </a:extLst>
          </p:cNvPr>
          <p:cNvSpPr>
            <a:spLocks noGrp="1"/>
          </p:cNvSpPr>
          <p:nvPr>
            <p:ph type="sldNum" sz="quarter" idx="4"/>
          </p:nvPr>
        </p:nvSpPr>
        <p:spPr>
          <a:xfrm>
            <a:off x="11115040" y="6356350"/>
            <a:ext cx="781304" cy="365125"/>
          </a:xfrm>
          <a:prstGeom prst="rect">
            <a:avLst/>
          </a:prstGeom>
        </p:spPr>
        <p:txBody>
          <a:bodyPr vert="horz" lIns="91440" tIns="45720" rIns="91440" bIns="45720" rtlCol="0" anchor="ctr"/>
          <a:lstStyle>
            <a:lvl1pPr algn="r">
              <a:defRPr sz="1200">
                <a:solidFill>
                  <a:schemeClr val="tx1"/>
                </a:solidFill>
              </a:defRPr>
            </a:lvl1pPr>
          </a:lstStyle>
          <a:p>
            <a:fld id="{8F93FC27-A1D1-4A1D-8E2D-C92B07A03756}" type="slidenum">
              <a:rPr lang="en-US" smtClean="0"/>
              <a:pPr/>
              <a:t>‹#›</a:t>
            </a:fld>
            <a:endParaRPr lang="en-US"/>
          </a:p>
        </p:txBody>
      </p:sp>
      <p:grpSp>
        <p:nvGrpSpPr>
          <p:cNvPr id="22" name="Group 21">
            <a:extLst>
              <a:ext uri="{FF2B5EF4-FFF2-40B4-BE49-F238E27FC236}">
                <a16:creationId xmlns:a16="http://schemas.microsoft.com/office/drawing/2014/main" id="{40D4E577-3BF6-01F9-E8C4-D3B42609D7F0}"/>
              </a:ext>
            </a:extLst>
          </p:cNvPr>
          <p:cNvGrpSpPr/>
          <p:nvPr userDrawn="1"/>
        </p:nvGrpSpPr>
        <p:grpSpPr>
          <a:xfrm>
            <a:off x="9752967" y="6398361"/>
            <a:ext cx="274320" cy="274320"/>
            <a:chOff x="11001662" y="6398361"/>
            <a:chExt cx="274320" cy="274320"/>
          </a:xfrm>
        </p:grpSpPr>
        <p:sp>
          <p:nvSpPr>
            <p:cNvPr id="23" name="TextBox 22">
              <a:extLst>
                <a:ext uri="{FF2B5EF4-FFF2-40B4-BE49-F238E27FC236}">
                  <a16:creationId xmlns:a16="http://schemas.microsoft.com/office/drawing/2014/main" id="{A7C8A6CF-7BF0-78DB-3D37-1A358A5BBC75}"/>
                </a:ext>
              </a:extLst>
            </p:cNvPr>
            <p:cNvSpPr txBox="1"/>
            <p:nvPr userDrawn="1"/>
          </p:nvSpPr>
          <p:spPr>
            <a:xfrm>
              <a:off x="11001662" y="6398361"/>
              <a:ext cx="274320"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oAutofit/>
            </a:bodyPr>
            <a:lstStyle/>
            <a:p>
              <a:pPr algn="ctr"/>
              <a:endParaRPr lang="en-US" sz="1200">
                <a:solidFill>
                  <a:schemeClr val="accent4"/>
                </a:solidFill>
                <a:latin typeface="+mj-lt"/>
              </a:endParaRPr>
            </a:p>
          </p:txBody>
        </p:sp>
        <p:pic>
          <p:nvPicPr>
            <p:cNvPr id="24" name="Graphic 23" descr="Home with solid fill">
              <a:hlinkClick r:id="" action="ppaction://noaction"/>
              <a:extLst>
                <a:ext uri="{FF2B5EF4-FFF2-40B4-BE49-F238E27FC236}">
                  <a16:creationId xmlns:a16="http://schemas.microsoft.com/office/drawing/2014/main" id="{9F6C3F0F-CD68-3414-293D-593FD14C31E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036918" y="6433618"/>
              <a:ext cx="203809" cy="203807"/>
            </a:xfrm>
            <a:prstGeom prst="rect">
              <a:avLst/>
            </a:prstGeom>
          </p:spPr>
        </p:pic>
      </p:grpSp>
      <p:sp>
        <p:nvSpPr>
          <p:cNvPr id="25" name="TextBox 24">
            <a:hlinkClick r:id="rId5" action="ppaction://hlinksldjump"/>
            <a:extLst>
              <a:ext uri="{FF2B5EF4-FFF2-40B4-BE49-F238E27FC236}">
                <a16:creationId xmlns:a16="http://schemas.microsoft.com/office/drawing/2014/main" id="{59ECBB63-8463-2CE5-7E7A-B527C9B76723}"/>
              </a:ext>
            </a:extLst>
          </p:cNvPr>
          <p:cNvSpPr txBox="1"/>
          <p:nvPr userDrawn="1"/>
        </p:nvSpPr>
        <p:spPr>
          <a:xfrm>
            <a:off x="10626114" y="6398366"/>
            <a:ext cx="275648" cy="274320"/>
          </a:xfrm>
          <a:prstGeom prst="ellipse">
            <a:avLst/>
          </a:prstGeom>
          <a:solidFill>
            <a:schemeClr val="bg1"/>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accent4"/>
                </a:solidFill>
                <a:latin typeface="+mj-lt"/>
              </a:rPr>
              <a:t>A</a:t>
            </a:r>
          </a:p>
        </p:txBody>
      </p:sp>
      <p:sp>
        <p:nvSpPr>
          <p:cNvPr id="26" name="TextBox 25">
            <a:hlinkClick r:id="" action="ppaction://noaction"/>
            <a:extLst>
              <a:ext uri="{FF2B5EF4-FFF2-40B4-BE49-F238E27FC236}">
                <a16:creationId xmlns:a16="http://schemas.microsoft.com/office/drawing/2014/main" id="{FBBD456E-F130-A818-349C-35EFD16A8D1E}"/>
              </a:ext>
            </a:extLst>
          </p:cNvPr>
          <p:cNvSpPr txBox="1"/>
          <p:nvPr userDrawn="1"/>
        </p:nvSpPr>
        <p:spPr>
          <a:xfrm>
            <a:off x="11063351" y="6399001"/>
            <a:ext cx="275648" cy="274320"/>
          </a:xfrm>
          <a:prstGeom prst="ellipse">
            <a:avLst/>
          </a:prstGeom>
          <a:solidFill>
            <a:schemeClr val="bg1"/>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accent4"/>
                </a:solidFill>
                <a:latin typeface="+mj-lt"/>
              </a:rPr>
              <a:t>B</a:t>
            </a:r>
          </a:p>
        </p:txBody>
      </p:sp>
      <p:sp>
        <p:nvSpPr>
          <p:cNvPr id="27" name="TextBox 26">
            <a:hlinkClick r:id="" action="ppaction://hlinkshowjump?jump=previousslide"/>
            <a:extLst>
              <a:ext uri="{FF2B5EF4-FFF2-40B4-BE49-F238E27FC236}">
                <a16:creationId xmlns:a16="http://schemas.microsoft.com/office/drawing/2014/main" id="{CD327039-F9CB-E6C7-7BF1-C04EA49CD7EA}"/>
              </a:ext>
            </a:extLst>
          </p:cNvPr>
          <p:cNvSpPr txBox="1"/>
          <p:nvPr userDrawn="1"/>
        </p:nvSpPr>
        <p:spPr>
          <a:xfrm>
            <a:off x="9315729" y="6398366"/>
            <a:ext cx="275648"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bg1"/>
                </a:solidFill>
                <a:latin typeface="+mj-lt"/>
                <a:sym typeface="Wingdings" panose="05000000000000000000" pitchFamily="2" charset="2"/>
              </a:rPr>
              <a:t></a:t>
            </a:r>
            <a:endParaRPr lang="en-US" sz="1600">
              <a:solidFill>
                <a:schemeClr val="bg1"/>
              </a:solidFill>
              <a:latin typeface="+mj-lt"/>
            </a:endParaRPr>
          </a:p>
        </p:txBody>
      </p:sp>
      <p:sp>
        <p:nvSpPr>
          <p:cNvPr id="28" name="TextBox 27">
            <a:hlinkClick r:id="" action="ppaction://hlinkshowjump?jump=nextslide"/>
            <a:extLst>
              <a:ext uri="{FF2B5EF4-FFF2-40B4-BE49-F238E27FC236}">
                <a16:creationId xmlns:a16="http://schemas.microsoft.com/office/drawing/2014/main" id="{BDFBD0AC-D60F-176F-3FEB-7B9D14FD288A}"/>
              </a:ext>
            </a:extLst>
          </p:cNvPr>
          <p:cNvSpPr txBox="1"/>
          <p:nvPr userDrawn="1"/>
        </p:nvSpPr>
        <p:spPr>
          <a:xfrm>
            <a:off x="10188877" y="6398366"/>
            <a:ext cx="275648"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bg1"/>
                </a:solidFill>
                <a:latin typeface="+mj-lt"/>
                <a:sym typeface="Wingdings" panose="05000000000000000000" pitchFamily="2" charset="2"/>
              </a:rPr>
              <a:t></a:t>
            </a:r>
            <a:endParaRPr lang="en-US" sz="1600">
              <a:solidFill>
                <a:schemeClr val="bg1"/>
              </a:solidFill>
              <a:latin typeface="+mj-lt"/>
            </a:endParaRPr>
          </a:p>
        </p:txBody>
      </p:sp>
    </p:spTree>
    <p:extLst>
      <p:ext uri="{BB962C8B-B14F-4D97-AF65-F5344CB8AC3E}">
        <p14:creationId xmlns:p14="http://schemas.microsoft.com/office/powerpoint/2010/main" val="403530867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2" name="Picture 1" descr="A blurry image of a person's hand&#10;&#10;Description automatically generated">
            <a:extLst>
              <a:ext uri="{FF2B5EF4-FFF2-40B4-BE49-F238E27FC236}">
                <a16:creationId xmlns:a16="http://schemas.microsoft.com/office/drawing/2014/main" id="{D5AAD626-0FF6-FBA0-BA7F-1E92B7248346}"/>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8CB3F5-1CC2-D302-C94C-47AD4EFDA0DE}"/>
              </a:ext>
            </a:extLst>
          </p:cNvPr>
          <p:cNvSpPr/>
          <p:nvPr userDrawn="1"/>
        </p:nvSpPr>
        <p:spPr bwMode="auto">
          <a:xfrm>
            <a:off x="5428527" y="0"/>
            <a:ext cx="6763472"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3A2DD64C-91AA-0F9F-782C-C9626477CBF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0" y="1435100"/>
            <a:ext cx="11025188" cy="314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0">
            <a:extLst>
              <a:ext uri="{FF2B5EF4-FFF2-40B4-BE49-F238E27FC236}">
                <a16:creationId xmlns:a16="http://schemas.microsoft.com/office/drawing/2014/main" id="{DD1BEEC7-5874-1E48-8B60-B1E5D9779C29}"/>
              </a:ext>
            </a:extLst>
          </p:cNvPr>
          <p:cNvSpPr>
            <a:spLocks noGrp="1"/>
          </p:cNvSpPr>
          <p:nvPr>
            <p:ph type="ftr" sz="quarter" idx="3"/>
          </p:nvPr>
        </p:nvSpPr>
        <p:spPr>
          <a:xfrm>
            <a:off x="584201" y="6441202"/>
            <a:ext cx="8321040"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
        <p:nvSpPr>
          <p:cNvPr id="8" name="Slide Number Placeholder 4">
            <a:extLst>
              <a:ext uri="{FF2B5EF4-FFF2-40B4-BE49-F238E27FC236}">
                <a16:creationId xmlns:a16="http://schemas.microsoft.com/office/drawing/2014/main" id="{363FBAD1-5C2A-57EE-8316-747F18BA3ED2}"/>
              </a:ext>
            </a:extLst>
          </p:cNvPr>
          <p:cNvSpPr>
            <a:spLocks noGrp="1"/>
          </p:cNvSpPr>
          <p:nvPr>
            <p:ph type="sldNum" sz="quarter" idx="4"/>
          </p:nvPr>
        </p:nvSpPr>
        <p:spPr>
          <a:xfrm>
            <a:off x="11115040" y="6356350"/>
            <a:ext cx="781304" cy="365125"/>
          </a:xfrm>
          <a:prstGeom prst="rect">
            <a:avLst/>
          </a:prstGeom>
        </p:spPr>
        <p:txBody>
          <a:bodyPr vert="horz" lIns="91440" tIns="45720" rIns="91440" bIns="45720" rtlCol="0" anchor="ctr"/>
          <a:lstStyle>
            <a:lvl1pPr algn="r">
              <a:defRPr sz="1200">
                <a:solidFill>
                  <a:schemeClr val="tx1"/>
                </a:solidFill>
              </a:defRPr>
            </a:lvl1pPr>
          </a:lstStyle>
          <a:p>
            <a:fld id="{8F93FC27-A1D1-4A1D-8E2D-C92B07A03756}" type="slidenum">
              <a:rPr lang="en-US" smtClean="0"/>
              <a:pPr/>
              <a:t>‹#›</a:t>
            </a:fld>
            <a:endParaRPr lang="en-US"/>
          </a:p>
        </p:txBody>
      </p:sp>
      <p:grpSp>
        <p:nvGrpSpPr>
          <p:cNvPr id="22" name="Group 21">
            <a:extLst>
              <a:ext uri="{FF2B5EF4-FFF2-40B4-BE49-F238E27FC236}">
                <a16:creationId xmlns:a16="http://schemas.microsoft.com/office/drawing/2014/main" id="{40D4E577-3BF6-01F9-E8C4-D3B42609D7F0}"/>
              </a:ext>
            </a:extLst>
          </p:cNvPr>
          <p:cNvGrpSpPr/>
          <p:nvPr userDrawn="1"/>
        </p:nvGrpSpPr>
        <p:grpSpPr>
          <a:xfrm>
            <a:off x="9752967" y="6398361"/>
            <a:ext cx="274320" cy="274320"/>
            <a:chOff x="11001662" y="6398361"/>
            <a:chExt cx="274320" cy="274320"/>
          </a:xfrm>
        </p:grpSpPr>
        <p:sp>
          <p:nvSpPr>
            <p:cNvPr id="23" name="TextBox 22">
              <a:extLst>
                <a:ext uri="{FF2B5EF4-FFF2-40B4-BE49-F238E27FC236}">
                  <a16:creationId xmlns:a16="http://schemas.microsoft.com/office/drawing/2014/main" id="{A7C8A6CF-7BF0-78DB-3D37-1A358A5BBC75}"/>
                </a:ext>
              </a:extLst>
            </p:cNvPr>
            <p:cNvSpPr txBox="1"/>
            <p:nvPr userDrawn="1"/>
          </p:nvSpPr>
          <p:spPr>
            <a:xfrm>
              <a:off x="11001662" y="6398361"/>
              <a:ext cx="274320"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oAutofit/>
            </a:bodyPr>
            <a:lstStyle/>
            <a:p>
              <a:pPr algn="ctr"/>
              <a:endParaRPr lang="en-US" sz="1200">
                <a:solidFill>
                  <a:schemeClr val="accent4"/>
                </a:solidFill>
                <a:latin typeface="+mj-lt"/>
              </a:endParaRPr>
            </a:p>
          </p:txBody>
        </p:sp>
        <p:pic>
          <p:nvPicPr>
            <p:cNvPr id="24" name="Graphic 23" descr="Home with solid fill">
              <a:hlinkClick r:id="" action="ppaction://noaction"/>
              <a:extLst>
                <a:ext uri="{FF2B5EF4-FFF2-40B4-BE49-F238E27FC236}">
                  <a16:creationId xmlns:a16="http://schemas.microsoft.com/office/drawing/2014/main" id="{9F6C3F0F-CD68-3414-293D-593FD14C31E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036918" y="6433618"/>
              <a:ext cx="203809" cy="203807"/>
            </a:xfrm>
            <a:prstGeom prst="rect">
              <a:avLst/>
            </a:prstGeom>
          </p:spPr>
        </p:pic>
      </p:grpSp>
      <p:sp>
        <p:nvSpPr>
          <p:cNvPr id="25" name="TextBox 24">
            <a:hlinkClick r:id="rId5" action="ppaction://hlinksldjump"/>
            <a:extLst>
              <a:ext uri="{FF2B5EF4-FFF2-40B4-BE49-F238E27FC236}">
                <a16:creationId xmlns:a16="http://schemas.microsoft.com/office/drawing/2014/main" id="{59ECBB63-8463-2CE5-7E7A-B527C9B76723}"/>
              </a:ext>
            </a:extLst>
          </p:cNvPr>
          <p:cNvSpPr txBox="1"/>
          <p:nvPr userDrawn="1"/>
        </p:nvSpPr>
        <p:spPr>
          <a:xfrm>
            <a:off x="10626114" y="6398366"/>
            <a:ext cx="275648" cy="274320"/>
          </a:xfrm>
          <a:prstGeom prst="ellipse">
            <a:avLst/>
          </a:prstGeom>
          <a:solidFill>
            <a:schemeClr val="bg1"/>
          </a:solidFill>
          <a:ln w="3175">
            <a:solidFill>
              <a:schemeClr val="accent4"/>
            </a:solid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accent4"/>
                </a:solidFill>
                <a:latin typeface="+mj-lt"/>
              </a:rPr>
              <a:t>A</a:t>
            </a:r>
          </a:p>
        </p:txBody>
      </p:sp>
      <p:sp>
        <p:nvSpPr>
          <p:cNvPr id="26" name="TextBox 25">
            <a:hlinkClick r:id="" action="ppaction://noaction"/>
            <a:extLst>
              <a:ext uri="{FF2B5EF4-FFF2-40B4-BE49-F238E27FC236}">
                <a16:creationId xmlns:a16="http://schemas.microsoft.com/office/drawing/2014/main" id="{FBBD456E-F130-A818-349C-35EFD16A8D1E}"/>
              </a:ext>
            </a:extLst>
          </p:cNvPr>
          <p:cNvSpPr txBox="1"/>
          <p:nvPr userDrawn="1"/>
        </p:nvSpPr>
        <p:spPr>
          <a:xfrm>
            <a:off x="11063351" y="6399001"/>
            <a:ext cx="275648" cy="274320"/>
          </a:xfrm>
          <a:prstGeom prst="ellipse">
            <a:avLst/>
          </a:prstGeom>
          <a:solidFill>
            <a:schemeClr val="bg1"/>
          </a:solidFill>
          <a:ln w="3175">
            <a:solidFill>
              <a:schemeClr val="accent4"/>
            </a:solid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accent4"/>
                </a:solidFill>
                <a:latin typeface="+mj-lt"/>
              </a:rPr>
              <a:t>B</a:t>
            </a:r>
          </a:p>
        </p:txBody>
      </p:sp>
      <p:sp>
        <p:nvSpPr>
          <p:cNvPr id="27" name="TextBox 26">
            <a:hlinkClick r:id="" action="ppaction://hlinkshowjump?jump=previousslide"/>
            <a:extLst>
              <a:ext uri="{FF2B5EF4-FFF2-40B4-BE49-F238E27FC236}">
                <a16:creationId xmlns:a16="http://schemas.microsoft.com/office/drawing/2014/main" id="{CD327039-F9CB-E6C7-7BF1-C04EA49CD7EA}"/>
              </a:ext>
            </a:extLst>
          </p:cNvPr>
          <p:cNvSpPr txBox="1"/>
          <p:nvPr userDrawn="1"/>
        </p:nvSpPr>
        <p:spPr>
          <a:xfrm>
            <a:off x="9315729" y="6398366"/>
            <a:ext cx="275648"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bg1"/>
                </a:solidFill>
                <a:latin typeface="+mj-lt"/>
                <a:sym typeface="Wingdings" panose="05000000000000000000" pitchFamily="2" charset="2"/>
              </a:rPr>
              <a:t></a:t>
            </a:r>
            <a:endParaRPr lang="en-US" sz="1600">
              <a:solidFill>
                <a:schemeClr val="bg1"/>
              </a:solidFill>
              <a:latin typeface="+mj-lt"/>
            </a:endParaRPr>
          </a:p>
        </p:txBody>
      </p:sp>
      <p:sp>
        <p:nvSpPr>
          <p:cNvPr id="28" name="TextBox 27">
            <a:hlinkClick r:id="" action="ppaction://hlinkshowjump?jump=nextslide"/>
            <a:extLst>
              <a:ext uri="{FF2B5EF4-FFF2-40B4-BE49-F238E27FC236}">
                <a16:creationId xmlns:a16="http://schemas.microsoft.com/office/drawing/2014/main" id="{BDFBD0AC-D60F-176F-3FEB-7B9D14FD288A}"/>
              </a:ext>
            </a:extLst>
          </p:cNvPr>
          <p:cNvSpPr txBox="1"/>
          <p:nvPr userDrawn="1"/>
        </p:nvSpPr>
        <p:spPr>
          <a:xfrm>
            <a:off x="10188877" y="6398366"/>
            <a:ext cx="275648"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bg1"/>
                </a:solidFill>
                <a:latin typeface="+mj-lt"/>
                <a:sym typeface="Wingdings" panose="05000000000000000000" pitchFamily="2" charset="2"/>
              </a:rPr>
              <a:t></a:t>
            </a:r>
            <a:endParaRPr lang="en-US" sz="1600">
              <a:solidFill>
                <a:schemeClr val="bg1"/>
              </a:solidFill>
              <a:latin typeface="+mj-lt"/>
            </a:endParaRPr>
          </a:p>
        </p:txBody>
      </p:sp>
    </p:spTree>
    <p:extLst>
      <p:ext uri="{BB962C8B-B14F-4D97-AF65-F5344CB8AC3E}">
        <p14:creationId xmlns:p14="http://schemas.microsoft.com/office/powerpoint/2010/main" val="185342680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and intro text">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30D0933-331C-20E6-8B54-189E355842BD}"/>
              </a:ext>
            </a:extLst>
          </p:cNvPr>
          <p:cNvGrpSpPr/>
          <p:nvPr userDrawn="1"/>
        </p:nvGrpSpPr>
        <p:grpSpPr>
          <a:xfrm>
            <a:off x="0" y="0"/>
            <a:ext cx="12192000" cy="6858000"/>
            <a:chOff x="0" y="0"/>
            <a:chExt cx="12192000" cy="6858000"/>
          </a:xfrm>
        </p:grpSpPr>
        <p:pic>
          <p:nvPicPr>
            <p:cNvPr id="7" name="Picture 6" descr="A blurry image of a person's hand&#10;&#10;Description automatically generated">
              <a:extLst>
                <a:ext uri="{FF2B5EF4-FFF2-40B4-BE49-F238E27FC236}">
                  <a16:creationId xmlns:a16="http://schemas.microsoft.com/office/drawing/2014/main" id="{309D89FB-9578-9875-2B29-70D7CE5F7AB2}"/>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a:stretch/>
          </p:blipFill>
          <p:spPr>
            <a:xfrm>
              <a:off x="0" y="0"/>
              <a:ext cx="12192000" cy="6692900"/>
            </a:xfrm>
            <a:prstGeom prst="rect">
              <a:avLst/>
            </a:prstGeom>
          </p:spPr>
        </p:pic>
        <p:sp>
          <p:nvSpPr>
            <p:cNvPr id="8" name="Rectangle 7">
              <a:extLst>
                <a:ext uri="{FF2B5EF4-FFF2-40B4-BE49-F238E27FC236}">
                  <a16:creationId xmlns:a16="http://schemas.microsoft.com/office/drawing/2014/main" id="{C5BE598B-F121-F2AE-9B69-D8971CDF6C99}"/>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itle 2">
            <a:extLst>
              <a:ext uri="{FF2B5EF4-FFF2-40B4-BE49-F238E27FC236}">
                <a16:creationId xmlns:a16="http://schemas.microsoft.com/office/drawing/2014/main" id="{3A2DD64C-91AA-0F9F-782C-C9626477CBF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0" y="1206500"/>
            <a:ext cx="10204450" cy="615553"/>
          </a:xfrm>
        </p:spPr>
        <p:txBody>
          <a:bodyPr/>
          <a:lstStyle>
            <a:lvl1pPr>
              <a:defRPr sz="1400">
                <a:latin typeface="+mn-lt"/>
              </a:defRPr>
            </a:lvl1pPr>
            <a:lvl2pPr>
              <a:defRPr sz="1600"/>
            </a:lvl2pPr>
          </a:lstStyle>
          <a:p>
            <a:pPr lvl="0"/>
            <a:r>
              <a:rPr lang="en-US"/>
              <a:t>Click to edit Master text styles</a:t>
            </a:r>
          </a:p>
          <a:p>
            <a:pPr lvl="1"/>
            <a:endParaRPr lang="en-US"/>
          </a:p>
        </p:txBody>
      </p:sp>
      <p:sp>
        <p:nvSpPr>
          <p:cNvPr id="2" name="Text Placeholder 5">
            <a:extLst>
              <a:ext uri="{FF2B5EF4-FFF2-40B4-BE49-F238E27FC236}">
                <a16:creationId xmlns:a16="http://schemas.microsoft.com/office/drawing/2014/main" id="{A29CF6A1-2A54-EAFF-779A-CAFDF3C03C38}"/>
              </a:ext>
            </a:extLst>
          </p:cNvPr>
          <p:cNvSpPr>
            <a:spLocks noGrp="1"/>
          </p:cNvSpPr>
          <p:nvPr>
            <p:ph type="body" sz="quarter" idx="11"/>
          </p:nvPr>
        </p:nvSpPr>
        <p:spPr>
          <a:xfrm>
            <a:off x="584200" y="2412168"/>
            <a:ext cx="11025188" cy="1455783"/>
          </a:xfrm>
        </p:spPr>
        <p:txBody>
          <a:bodyPr/>
          <a:lstStyle>
            <a:lvl1pPr>
              <a:defRPr sz="1600"/>
            </a:lvl1pPr>
            <a:lvl2pPr>
              <a:defRPr sz="16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10">
            <a:extLst>
              <a:ext uri="{FF2B5EF4-FFF2-40B4-BE49-F238E27FC236}">
                <a16:creationId xmlns:a16="http://schemas.microsoft.com/office/drawing/2014/main" id="{D0DB0521-F5C1-19DD-E8E1-A51202BCEF01}"/>
              </a:ext>
            </a:extLst>
          </p:cNvPr>
          <p:cNvSpPr>
            <a:spLocks noGrp="1"/>
          </p:cNvSpPr>
          <p:nvPr>
            <p:ph type="ftr" sz="quarter" idx="3"/>
          </p:nvPr>
        </p:nvSpPr>
        <p:spPr>
          <a:xfrm>
            <a:off x="584201" y="6441202"/>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
        <p:nvSpPr>
          <p:cNvPr id="9" name="Slide Number Placeholder 4">
            <a:extLst>
              <a:ext uri="{FF2B5EF4-FFF2-40B4-BE49-F238E27FC236}">
                <a16:creationId xmlns:a16="http://schemas.microsoft.com/office/drawing/2014/main" id="{2D17340B-9933-B238-7D6E-D0237E91E5A1}"/>
              </a:ext>
            </a:extLst>
          </p:cNvPr>
          <p:cNvSpPr>
            <a:spLocks noGrp="1"/>
          </p:cNvSpPr>
          <p:nvPr>
            <p:ph type="sldNum" sz="quarter" idx="4"/>
          </p:nvPr>
        </p:nvSpPr>
        <p:spPr>
          <a:xfrm>
            <a:off x="11115040" y="6356350"/>
            <a:ext cx="781304" cy="365125"/>
          </a:xfrm>
          <a:prstGeom prst="rect">
            <a:avLst/>
          </a:prstGeom>
        </p:spPr>
        <p:txBody>
          <a:bodyPr vert="horz" lIns="91440" tIns="45720" rIns="91440" bIns="45720" rtlCol="0" anchor="ctr"/>
          <a:lstStyle>
            <a:lvl1pPr algn="r">
              <a:defRPr sz="1200">
                <a:solidFill>
                  <a:schemeClr val="tx1"/>
                </a:solidFill>
              </a:defRPr>
            </a:lvl1pPr>
          </a:lstStyle>
          <a:p>
            <a:fld id="{8F93FC27-A1D1-4A1D-8E2D-C92B07A03756}" type="slidenum">
              <a:rPr lang="en-US" smtClean="0"/>
              <a:pPr/>
              <a:t>‹#›</a:t>
            </a:fld>
            <a:endParaRPr lang="en-US"/>
          </a:p>
        </p:txBody>
      </p:sp>
    </p:spTree>
    <p:extLst>
      <p:ext uri="{BB962C8B-B14F-4D97-AF65-F5344CB8AC3E}">
        <p14:creationId xmlns:p14="http://schemas.microsoft.com/office/powerpoint/2010/main" val="411804890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4" name="Picture 3" descr="A blurry image of a person's hand&#10;&#10;Description automatically generated">
            <a:extLst>
              <a:ext uri="{FF2B5EF4-FFF2-40B4-BE49-F238E27FC236}">
                <a16:creationId xmlns:a16="http://schemas.microsoft.com/office/drawing/2014/main" id="{981B8DF7-34EC-6688-A88F-ED8C3597D696}"/>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p:txBody>
          <a:bodyPr/>
          <a:lstStyle/>
          <a:p>
            <a:r>
              <a:rPr lang="en-US"/>
              <a:t>Click to edit Master title style</a:t>
            </a:r>
          </a:p>
        </p:txBody>
      </p:sp>
      <p:sp>
        <p:nvSpPr>
          <p:cNvPr id="2" name="Footer Placeholder 10">
            <a:extLst>
              <a:ext uri="{FF2B5EF4-FFF2-40B4-BE49-F238E27FC236}">
                <a16:creationId xmlns:a16="http://schemas.microsoft.com/office/drawing/2014/main" id="{2F0B32A3-39CB-22FB-7D7C-4A7C773B0A95}"/>
              </a:ext>
            </a:extLst>
          </p:cNvPr>
          <p:cNvSpPr>
            <a:spLocks noGrp="1"/>
          </p:cNvSpPr>
          <p:nvPr>
            <p:ph type="ftr" sz="quarter" idx="3"/>
          </p:nvPr>
        </p:nvSpPr>
        <p:spPr>
          <a:xfrm>
            <a:off x="584201" y="6441202"/>
            <a:ext cx="8046720"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
        <p:nvSpPr>
          <p:cNvPr id="7" name="Slide Number Placeholder 4">
            <a:extLst>
              <a:ext uri="{FF2B5EF4-FFF2-40B4-BE49-F238E27FC236}">
                <a16:creationId xmlns:a16="http://schemas.microsoft.com/office/drawing/2014/main" id="{69196B4D-AFDF-22DB-1EE2-E6B448001399}"/>
              </a:ext>
            </a:extLst>
          </p:cNvPr>
          <p:cNvSpPr>
            <a:spLocks noGrp="1"/>
          </p:cNvSpPr>
          <p:nvPr>
            <p:ph type="sldNum" sz="quarter" idx="4"/>
          </p:nvPr>
        </p:nvSpPr>
        <p:spPr>
          <a:xfrm>
            <a:off x="11115040" y="6356350"/>
            <a:ext cx="781304" cy="365125"/>
          </a:xfrm>
          <a:prstGeom prst="rect">
            <a:avLst/>
          </a:prstGeom>
        </p:spPr>
        <p:txBody>
          <a:bodyPr vert="horz" lIns="91440" tIns="45720" rIns="91440" bIns="45720" rtlCol="0" anchor="ctr"/>
          <a:lstStyle>
            <a:lvl1pPr algn="r">
              <a:defRPr sz="1200">
                <a:solidFill>
                  <a:schemeClr val="tx1"/>
                </a:solidFill>
              </a:defRPr>
            </a:lvl1pPr>
          </a:lstStyle>
          <a:p>
            <a:fld id="{8F93FC27-A1D1-4A1D-8E2D-C92B07A03756}" type="slidenum">
              <a:rPr lang="en-US" smtClean="0"/>
              <a:pPr/>
              <a:t>‹#›</a:t>
            </a:fld>
            <a:endParaRPr lang="en-US"/>
          </a:p>
        </p:txBody>
      </p:sp>
      <p:grpSp>
        <p:nvGrpSpPr>
          <p:cNvPr id="16" name="Group 15">
            <a:extLst>
              <a:ext uri="{FF2B5EF4-FFF2-40B4-BE49-F238E27FC236}">
                <a16:creationId xmlns:a16="http://schemas.microsoft.com/office/drawing/2014/main" id="{EF912E9B-C945-A1C5-32BA-8CFCB1D72294}"/>
              </a:ext>
            </a:extLst>
          </p:cNvPr>
          <p:cNvGrpSpPr/>
          <p:nvPr userDrawn="1"/>
        </p:nvGrpSpPr>
        <p:grpSpPr>
          <a:xfrm>
            <a:off x="9752967" y="6398361"/>
            <a:ext cx="274320" cy="274320"/>
            <a:chOff x="11001662" y="6398361"/>
            <a:chExt cx="274320" cy="274320"/>
          </a:xfrm>
        </p:grpSpPr>
        <p:sp>
          <p:nvSpPr>
            <p:cNvPr id="17" name="TextBox 16">
              <a:extLst>
                <a:ext uri="{FF2B5EF4-FFF2-40B4-BE49-F238E27FC236}">
                  <a16:creationId xmlns:a16="http://schemas.microsoft.com/office/drawing/2014/main" id="{2E23DFE0-A8EE-9BE7-1CA7-0D967C6523A9}"/>
                </a:ext>
              </a:extLst>
            </p:cNvPr>
            <p:cNvSpPr txBox="1"/>
            <p:nvPr userDrawn="1"/>
          </p:nvSpPr>
          <p:spPr>
            <a:xfrm>
              <a:off x="11001662" y="6398361"/>
              <a:ext cx="274320"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oAutofit/>
            </a:bodyPr>
            <a:lstStyle/>
            <a:p>
              <a:pPr algn="ctr"/>
              <a:endParaRPr lang="en-US" sz="1200">
                <a:solidFill>
                  <a:schemeClr val="accent4"/>
                </a:solidFill>
                <a:latin typeface="+mj-lt"/>
              </a:endParaRPr>
            </a:p>
          </p:txBody>
        </p:sp>
        <p:pic>
          <p:nvPicPr>
            <p:cNvPr id="18" name="Graphic 17" descr="Home with solid fill">
              <a:hlinkClick r:id="" action="ppaction://noaction"/>
              <a:extLst>
                <a:ext uri="{FF2B5EF4-FFF2-40B4-BE49-F238E27FC236}">
                  <a16:creationId xmlns:a16="http://schemas.microsoft.com/office/drawing/2014/main" id="{19C671D2-21E2-D684-5EA2-E65AD9886F7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036918" y="6433618"/>
              <a:ext cx="203809" cy="203807"/>
            </a:xfrm>
            <a:prstGeom prst="rect">
              <a:avLst/>
            </a:prstGeom>
          </p:spPr>
        </p:pic>
      </p:grpSp>
      <p:sp>
        <p:nvSpPr>
          <p:cNvPr id="24" name="TextBox 23">
            <a:hlinkClick r:id="rId5" action="ppaction://hlinksldjump"/>
            <a:extLst>
              <a:ext uri="{FF2B5EF4-FFF2-40B4-BE49-F238E27FC236}">
                <a16:creationId xmlns:a16="http://schemas.microsoft.com/office/drawing/2014/main" id="{EFDCDF6C-788F-1F3A-E9FC-6A5A69B53022}"/>
              </a:ext>
            </a:extLst>
          </p:cNvPr>
          <p:cNvSpPr txBox="1"/>
          <p:nvPr userDrawn="1"/>
        </p:nvSpPr>
        <p:spPr>
          <a:xfrm>
            <a:off x="10626114" y="6398366"/>
            <a:ext cx="275648" cy="274320"/>
          </a:xfrm>
          <a:prstGeom prst="ellipse">
            <a:avLst/>
          </a:prstGeom>
          <a:solidFill>
            <a:schemeClr val="bg1"/>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accent4"/>
                </a:solidFill>
                <a:latin typeface="+mj-lt"/>
              </a:rPr>
              <a:t>A</a:t>
            </a:r>
          </a:p>
        </p:txBody>
      </p:sp>
      <p:sp>
        <p:nvSpPr>
          <p:cNvPr id="25" name="TextBox 24">
            <a:hlinkClick r:id="" action="ppaction://noaction"/>
            <a:extLst>
              <a:ext uri="{FF2B5EF4-FFF2-40B4-BE49-F238E27FC236}">
                <a16:creationId xmlns:a16="http://schemas.microsoft.com/office/drawing/2014/main" id="{8491DEEB-3ECC-610C-3429-C7842CDCA25A}"/>
              </a:ext>
            </a:extLst>
          </p:cNvPr>
          <p:cNvSpPr txBox="1"/>
          <p:nvPr userDrawn="1"/>
        </p:nvSpPr>
        <p:spPr>
          <a:xfrm>
            <a:off x="11063351" y="6399001"/>
            <a:ext cx="275648" cy="274320"/>
          </a:xfrm>
          <a:prstGeom prst="ellipse">
            <a:avLst/>
          </a:prstGeom>
          <a:solidFill>
            <a:schemeClr val="bg1"/>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accent4"/>
                </a:solidFill>
                <a:latin typeface="+mj-lt"/>
              </a:rPr>
              <a:t>B</a:t>
            </a:r>
          </a:p>
        </p:txBody>
      </p:sp>
      <p:sp>
        <p:nvSpPr>
          <p:cNvPr id="26" name="TextBox 25">
            <a:hlinkClick r:id="" action="ppaction://hlinkshowjump?jump=previousslide"/>
            <a:extLst>
              <a:ext uri="{FF2B5EF4-FFF2-40B4-BE49-F238E27FC236}">
                <a16:creationId xmlns:a16="http://schemas.microsoft.com/office/drawing/2014/main" id="{EE6FD696-1177-C9F6-1F5E-439AC5133AF6}"/>
              </a:ext>
            </a:extLst>
          </p:cNvPr>
          <p:cNvSpPr txBox="1"/>
          <p:nvPr userDrawn="1"/>
        </p:nvSpPr>
        <p:spPr>
          <a:xfrm>
            <a:off x="9315729" y="6398366"/>
            <a:ext cx="275648"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bg1"/>
                </a:solidFill>
                <a:latin typeface="+mj-lt"/>
                <a:sym typeface="Wingdings" panose="05000000000000000000" pitchFamily="2" charset="2"/>
              </a:rPr>
              <a:t></a:t>
            </a:r>
            <a:endParaRPr lang="en-US" sz="1600">
              <a:solidFill>
                <a:schemeClr val="bg1"/>
              </a:solidFill>
              <a:latin typeface="+mj-lt"/>
            </a:endParaRPr>
          </a:p>
        </p:txBody>
      </p:sp>
      <p:sp>
        <p:nvSpPr>
          <p:cNvPr id="27" name="TextBox 26">
            <a:hlinkClick r:id="" action="ppaction://hlinkshowjump?jump=nextslide"/>
            <a:extLst>
              <a:ext uri="{FF2B5EF4-FFF2-40B4-BE49-F238E27FC236}">
                <a16:creationId xmlns:a16="http://schemas.microsoft.com/office/drawing/2014/main" id="{80185A87-E1F4-A19D-42FD-FB1162A22509}"/>
              </a:ext>
            </a:extLst>
          </p:cNvPr>
          <p:cNvSpPr txBox="1"/>
          <p:nvPr userDrawn="1"/>
        </p:nvSpPr>
        <p:spPr>
          <a:xfrm>
            <a:off x="10188877" y="6398366"/>
            <a:ext cx="275648"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bg1"/>
                </a:solidFill>
                <a:latin typeface="+mj-lt"/>
                <a:sym typeface="Wingdings" panose="05000000000000000000" pitchFamily="2" charset="2"/>
              </a:rPr>
              <a:t></a:t>
            </a:r>
            <a:endParaRPr lang="en-US" sz="1600">
              <a:solidFill>
                <a:schemeClr val="bg1"/>
              </a:solidFill>
              <a:latin typeface="+mj-lt"/>
            </a:endParaRPr>
          </a:p>
        </p:txBody>
      </p:sp>
    </p:spTree>
    <p:extLst>
      <p:ext uri="{BB962C8B-B14F-4D97-AF65-F5344CB8AC3E}">
        <p14:creationId xmlns:p14="http://schemas.microsoft.com/office/powerpoint/2010/main" val="1269294567"/>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pic>
        <p:nvPicPr>
          <p:cNvPr id="7" name="Picture 6" descr="A colorful logo in a spiral&#10;&#10;Description automatically generated">
            <a:extLst>
              <a:ext uri="{FF2B5EF4-FFF2-40B4-BE49-F238E27FC236}">
                <a16:creationId xmlns:a16="http://schemas.microsoft.com/office/drawing/2014/main" id="{C8CDFCA7-78ED-FD8B-4E4B-8A5ACD7081C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0" y="0"/>
            <a:ext cx="12192000" cy="6858000"/>
          </a:xfrm>
          <a:prstGeom prst="rect">
            <a:avLst/>
          </a:prstGeom>
        </p:spPr>
      </p:pic>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a:xfrm>
            <a:off x="574816" y="3013502"/>
            <a:ext cx="11018520" cy="677108"/>
          </a:xfrm>
        </p:spPr>
        <p:txBody>
          <a:bodyPr/>
          <a:lstStyle>
            <a:lvl1pPr>
              <a:defRPr kumimoji="0" lang="en-US" sz="4400" b="0" i="0" u="none" strike="noStrike" kern="1200" cap="none" spc="-150" normalizeH="0" baseline="0" dirty="0">
                <a:ln w="3175">
                  <a:noFill/>
                </a:ln>
                <a:gradFill>
                  <a:gsLst>
                    <a:gs pos="21000">
                      <a:srgbClr val="0078D4"/>
                    </a:gs>
                    <a:gs pos="100000">
                      <a:srgbClr val="C03BC4"/>
                    </a:gs>
                  </a:gsLst>
                  <a:lin ang="2400000" scaled="0"/>
                </a:gradFill>
                <a:effectLst/>
                <a:uLnTx/>
                <a:uFillTx/>
                <a:latin typeface="Segoe UI Semibold" panose="020B0702040204020203" pitchFamily="34" charset="0"/>
                <a:ea typeface="+mn-ea"/>
                <a:cs typeface="Segoe UI Semibold" panose="020B0702040204020203"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a:t>Click to edit Master title style</a:t>
            </a:r>
          </a:p>
        </p:txBody>
      </p:sp>
      <p:sp>
        <p:nvSpPr>
          <p:cNvPr id="2" name="Footer Placeholder 10">
            <a:extLst>
              <a:ext uri="{FF2B5EF4-FFF2-40B4-BE49-F238E27FC236}">
                <a16:creationId xmlns:a16="http://schemas.microsoft.com/office/drawing/2014/main" id="{2F0B32A3-39CB-22FB-7D7C-4A7C773B0A95}"/>
              </a:ext>
            </a:extLst>
          </p:cNvPr>
          <p:cNvSpPr>
            <a:spLocks noGrp="1"/>
          </p:cNvSpPr>
          <p:nvPr>
            <p:ph type="ftr" sz="quarter" idx="3"/>
          </p:nvPr>
        </p:nvSpPr>
        <p:spPr>
          <a:xfrm>
            <a:off x="584201" y="6441202"/>
            <a:ext cx="8778240"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2213854947"/>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3_Agenda 2">
    <p:spTree>
      <p:nvGrpSpPr>
        <p:cNvPr id="1" name=""/>
        <p:cNvGrpSpPr/>
        <p:nvPr/>
      </p:nvGrpSpPr>
      <p:grpSpPr>
        <a:xfrm>
          <a:off x="0" y="0"/>
          <a:ext cx="0" cy="0"/>
          <a:chOff x="0" y="0"/>
          <a:chExt cx="0" cy="0"/>
        </a:xfrm>
      </p:grpSpPr>
      <p:pic>
        <p:nvPicPr>
          <p:cNvPr id="4" name="Picture 3" descr="A colorful objects in the air&#10;&#10;Description automatically generated">
            <a:extLst>
              <a:ext uri="{FF2B5EF4-FFF2-40B4-BE49-F238E27FC236}">
                <a16:creationId xmlns:a16="http://schemas.microsoft.com/office/drawing/2014/main" id="{AD6A995C-D197-33DA-08A3-FD067EE49FC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a:xfrm>
            <a:off x="574816" y="3013502"/>
            <a:ext cx="11018520" cy="677108"/>
          </a:xfrm>
        </p:spPr>
        <p:txBody>
          <a:bodyPr/>
          <a:lstStyle>
            <a:lvl1pPr>
              <a:defRPr kumimoji="0" lang="en-US" sz="4400" b="0" i="0" u="none" strike="noStrike" kern="1200" cap="none" spc="-150" normalizeH="0" baseline="0" dirty="0">
                <a:ln w="3175">
                  <a:noFill/>
                </a:ln>
                <a:gradFill>
                  <a:gsLst>
                    <a:gs pos="21000">
                      <a:srgbClr val="0078D4"/>
                    </a:gs>
                    <a:gs pos="100000">
                      <a:srgbClr val="C03BC4"/>
                    </a:gs>
                  </a:gsLst>
                  <a:lin ang="2400000" scaled="0"/>
                </a:gradFill>
                <a:effectLst/>
                <a:uLnTx/>
                <a:uFillTx/>
                <a:latin typeface="Segoe UI Semibold" panose="020B0702040204020203" pitchFamily="34" charset="0"/>
                <a:ea typeface="+mn-ea"/>
                <a:cs typeface="Segoe UI Semibold" panose="020B0702040204020203"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a:t>Click to edit Master title style</a:t>
            </a:r>
          </a:p>
        </p:txBody>
      </p:sp>
      <p:sp>
        <p:nvSpPr>
          <p:cNvPr id="2" name="Footer Placeholder 10">
            <a:extLst>
              <a:ext uri="{FF2B5EF4-FFF2-40B4-BE49-F238E27FC236}">
                <a16:creationId xmlns:a16="http://schemas.microsoft.com/office/drawing/2014/main" id="{2F0B32A3-39CB-22FB-7D7C-4A7C773B0A95}"/>
              </a:ext>
            </a:extLst>
          </p:cNvPr>
          <p:cNvSpPr>
            <a:spLocks noGrp="1"/>
          </p:cNvSpPr>
          <p:nvPr>
            <p:ph type="ftr" sz="quarter" idx="3"/>
          </p:nvPr>
        </p:nvSpPr>
        <p:spPr>
          <a:xfrm>
            <a:off x="584201" y="6441202"/>
            <a:ext cx="8778240"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343913502"/>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Agenda 2">
    <p:spTree>
      <p:nvGrpSpPr>
        <p:cNvPr id="1" name=""/>
        <p:cNvGrpSpPr/>
        <p:nvPr/>
      </p:nvGrpSpPr>
      <p:grpSpPr>
        <a:xfrm>
          <a:off x="0" y="0"/>
          <a:ext cx="0" cy="0"/>
          <a:chOff x="0" y="0"/>
          <a:chExt cx="0" cy="0"/>
        </a:xfrm>
      </p:grpSpPr>
      <p:pic>
        <p:nvPicPr>
          <p:cNvPr id="7" name="Picture 6" descr="A colorful logo in a spiral&#10;&#10;Description automatically generated">
            <a:extLst>
              <a:ext uri="{FF2B5EF4-FFF2-40B4-BE49-F238E27FC236}">
                <a16:creationId xmlns:a16="http://schemas.microsoft.com/office/drawing/2014/main" id="{C8CDFCA7-78ED-FD8B-4E4B-8A5ACD7081C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0" y="0"/>
            <a:ext cx="12192000" cy="6858000"/>
          </a:xfrm>
          <a:prstGeom prst="rect">
            <a:avLst/>
          </a:prstGeom>
        </p:spPr>
      </p:pic>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a:xfrm>
            <a:off x="574816" y="3013502"/>
            <a:ext cx="6130784" cy="1354217"/>
          </a:xfrm>
        </p:spPr>
        <p:txBody>
          <a:bodyPr/>
          <a:lstStyle>
            <a:lvl1pPr>
              <a:defRPr kumimoji="0" lang="en-US" sz="4400" b="0" i="0" u="none" strike="noStrike" kern="1200" cap="none" spc="-150" normalizeH="0" baseline="0" dirty="0">
                <a:ln w="3175">
                  <a:noFill/>
                </a:ln>
                <a:gradFill>
                  <a:gsLst>
                    <a:gs pos="21000">
                      <a:srgbClr val="0078D4"/>
                    </a:gs>
                    <a:gs pos="100000">
                      <a:srgbClr val="52B471"/>
                    </a:gs>
                  </a:gsLst>
                  <a:lin ang="2400000" scaled="0"/>
                </a:gradFill>
                <a:effectLst/>
                <a:uLnTx/>
                <a:uFillTx/>
                <a:latin typeface="Segoe UI Semibold" panose="020B0702040204020203" pitchFamily="34" charset="0"/>
                <a:ea typeface="+mn-ea"/>
                <a:cs typeface="Segoe UI Semibold" panose="020B0702040204020203"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a:t>Click to edit Master title style</a:t>
            </a:r>
          </a:p>
        </p:txBody>
      </p:sp>
      <p:sp>
        <p:nvSpPr>
          <p:cNvPr id="2" name="Footer Placeholder 10">
            <a:extLst>
              <a:ext uri="{FF2B5EF4-FFF2-40B4-BE49-F238E27FC236}">
                <a16:creationId xmlns:a16="http://schemas.microsoft.com/office/drawing/2014/main" id="{2F0B32A3-39CB-22FB-7D7C-4A7C773B0A95}"/>
              </a:ext>
            </a:extLst>
          </p:cNvPr>
          <p:cNvSpPr>
            <a:spLocks noGrp="1"/>
          </p:cNvSpPr>
          <p:nvPr>
            <p:ph type="ftr" sz="quarter" idx="3"/>
          </p:nvPr>
        </p:nvSpPr>
        <p:spPr>
          <a:xfrm>
            <a:off x="584201" y="6441202"/>
            <a:ext cx="8961120"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1929657415"/>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2_Agenda 2">
    <p:spTree>
      <p:nvGrpSpPr>
        <p:cNvPr id="1" name=""/>
        <p:cNvGrpSpPr/>
        <p:nvPr/>
      </p:nvGrpSpPr>
      <p:grpSpPr>
        <a:xfrm>
          <a:off x="0" y="0"/>
          <a:ext cx="0" cy="0"/>
          <a:chOff x="0" y="0"/>
          <a:chExt cx="0" cy="0"/>
        </a:xfrm>
      </p:grpSpPr>
      <p:pic>
        <p:nvPicPr>
          <p:cNvPr id="7" name="Picture 6" descr="A colorful logo in a spiral&#10;&#10;Description automatically generated">
            <a:extLst>
              <a:ext uri="{FF2B5EF4-FFF2-40B4-BE49-F238E27FC236}">
                <a16:creationId xmlns:a16="http://schemas.microsoft.com/office/drawing/2014/main" id="{C8CDFCA7-78ED-FD8B-4E4B-8A5ACD7081C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flipH="1">
            <a:off x="0" y="0"/>
            <a:ext cx="12192000" cy="6858000"/>
          </a:xfrm>
          <a:prstGeom prst="rect">
            <a:avLst/>
          </a:prstGeom>
        </p:spPr>
      </p:pic>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a:xfrm>
            <a:off x="5374908" y="3013502"/>
            <a:ext cx="6130784" cy="1354217"/>
          </a:xfrm>
        </p:spPr>
        <p:txBody>
          <a:bodyPr/>
          <a:lstStyle>
            <a:lvl1pPr>
              <a:defRPr kumimoji="0" lang="en-US" sz="4400" b="0" i="0" u="none" strike="noStrike" kern="1200" cap="none" spc="-150" normalizeH="0" baseline="0" dirty="0">
                <a:ln w="3175">
                  <a:noFill/>
                </a:ln>
                <a:gradFill>
                  <a:gsLst>
                    <a:gs pos="21000">
                      <a:srgbClr val="8C48FF"/>
                    </a:gs>
                    <a:gs pos="100000">
                      <a:srgbClr val="C03BC4"/>
                    </a:gs>
                  </a:gsLst>
                  <a:lin ang="2400000" scaled="0"/>
                </a:gradFill>
                <a:effectLst/>
                <a:uLnTx/>
                <a:uFillTx/>
                <a:latin typeface="+mj-lt"/>
                <a:ea typeface="+mn-ea"/>
                <a:cs typeface="Segoe UI Semibold" panose="020B0702040204020203" pitchFamily="34" charset="0"/>
              </a:defRPr>
            </a:lvl1pPr>
          </a:lstStyle>
          <a:p>
            <a:pPr marL="0" marR="0" lvl="0" indent="0" algn="l" defTabSz="932742" rtl="0" eaLnBrk="1" fontAlgn="auto" latinLnBrk="0" hangingPunct="1">
              <a:lnSpc>
                <a:spcPct val="100000"/>
              </a:lnSpc>
              <a:spcBef>
                <a:spcPct val="0"/>
              </a:spcBef>
              <a:spcAft>
                <a:spcPts val="0"/>
              </a:spcAft>
              <a:buClrTx/>
              <a:buSzTx/>
              <a:buFontTx/>
              <a:buNone/>
              <a:tabLst/>
              <a:defRPr/>
            </a:pPr>
            <a:r>
              <a:rPr lang="en-US"/>
              <a:t>Click to edit Master title style</a:t>
            </a:r>
          </a:p>
        </p:txBody>
      </p:sp>
      <p:sp>
        <p:nvSpPr>
          <p:cNvPr id="2" name="Footer Placeholder 10">
            <a:extLst>
              <a:ext uri="{FF2B5EF4-FFF2-40B4-BE49-F238E27FC236}">
                <a16:creationId xmlns:a16="http://schemas.microsoft.com/office/drawing/2014/main" id="{2F0B32A3-39CB-22FB-7D7C-4A7C773B0A95}"/>
              </a:ext>
            </a:extLst>
          </p:cNvPr>
          <p:cNvSpPr>
            <a:spLocks noGrp="1"/>
          </p:cNvSpPr>
          <p:nvPr>
            <p:ph type="ftr" sz="quarter" idx="3"/>
          </p:nvPr>
        </p:nvSpPr>
        <p:spPr>
          <a:xfrm>
            <a:off x="584201" y="6441202"/>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Tree>
    <p:extLst>
      <p:ext uri="{BB962C8B-B14F-4D97-AF65-F5344CB8AC3E}">
        <p14:creationId xmlns:p14="http://schemas.microsoft.com/office/powerpoint/2010/main" val="2243925051"/>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No backgound - 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F178E1B-908A-F34D-06CD-1931EB203ECF}"/>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90A9B380-75A5-7CED-05A1-1EC949DF36A8}"/>
              </a:ext>
            </a:extLst>
          </p:cNvPr>
          <p:cNvSpPr>
            <a:spLocks noGrp="1"/>
          </p:cNvSpPr>
          <p:nvPr>
            <p:ph type="title"/>
          </p:nvPr>
        </p:nvSpPr>
        <p:spPr/>
        <p:txBody>
          <a:bodyPr/>
          <a:lstStyle/>
          <a:p>
            <a:r>
              <a:rPr lang="en-US"/>
              <a:t>Click to edit Master title style</a:t>
            </a:r>
          </a:p>
        </p:txBody>
      </p:sp>
      <p:sp>
        <p:nvSpPr>
          <p:cNvPr id="2" name="Footer Placeholder 10">
            <a:extLst>
              <a:ext uri="{FF2B5EF4-FFF2-40B4-BE49-F238E27FC236}">
                <a16:creationId xmlns:a16="http://schemas.microsoft.com/office/drawing/2014/main" id="{2F0B32A3-39CB-22FB-7D7C-4A7C773B0A95}"/>
              </a:ext>
            </a:extLst>
          </p:cNvPr>
          <p:cNvSpPr>
            <a:spLocks noGrp="1"/>
          </p:cNvSpPr>
          <p:nvPr>
            <p:ph type="ftr" sz="quarter" idx="3"/>
          </p:nvPr>
        </p:nvSpPr>
        <p:spPr>
          <a:xfrm>
            <a:off x="584201" y="6441202"/>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
        <p:nvSpPr>
          <p:cNvPr id="3" name="Slide Number Placeholder 4">
            <a:extLst>
              <a:ext uri="{FF2B5EF4-FFF2-40B4-BE49-F238E27FC236}">
                <a16:creationId xmlns:a16="http://schemas.microsoft.com/office/drawing/2014/main" id="{B6B06D93-AE77-96A0-30C3-A74D516FF773}"/>
              </a:ext>
            </a:extLst>
          </p:cNvPr>
          <p:cNvSpPr>
            <a:spLocks noGrp="1"/>
          </p:cNvSpPr>
          <p:nvPr>
            <p:ph type="sldNum" sz="quarter" idx="4"/>
          </p:nvPr>
        </p:nvSpPr>
        <p:spPr>
          <a:xfrm>
            <a:off x="11115040" y="6356350"/>
            <a:ext cx="781304" cy="365125"/>
          </a:xfrm>
          <a:prstGeom prst="rect">
            <a:avLst/>
          </a:prstGeom>
        </p:spPr>
        <p:txBody>
          <a:bodyPr vert="horz" lIns="91440" tIns="45720" rIns="91440" bIns="45720" rtlCol="0" anchor="ctr"/>
          <a:lstStyle>
            <a:lvl1pPr algn="r">
              <a:defRPr sz="1200">
                <a:solidFill>
                  <a:schemeClr val="tx1"/>
                </a:solidFill>
              </a:defRPr>
            </a:lvl1pPr>
          </a:lstStyle>
          <a:p>
            <a:fld id="{8F93FC27-A1D1-4A1D-8E2D-C92B07A03756}" type="slidenum">
              <a:rPr lang="en-US" smtClean="0"/>
              <a:pPr/>
              <a:t>‹#›</a:t>
            </a:fld>
            <a:endParaRPr lang="en-US"/>
          </a:p>
        </p:txBody>
      </p:sp>
    </p:spTree>
    <p:extLst>
      <p:ext uri="{BB962C8B-B14F-4D97-AF65-F5344CB8AC3E}">
        <p14:creationId xmlns:p14="http://schemas.microsoft.com/office/powerpoint/2010/main" val="2314761812"/>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No background - 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664BF0F-965B-5914-4627-2C9273E020F2}"/>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3A2DD64C-91AA-0F9F-782C-C9626477CBF5}"/>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0" y="1435100"/>
            <a:ext cx="11025188" cy="314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0">
            <a:extLst>
              <a:ext uri="{FF2B5EF4-FFF2-40B4-BE49-F238E27FC236}">
                <a16:creationId xmlns:a16="http://schemas.microsoft.com/office/drawing/2014/main" id="{DD1BEEC7-5874-1E48-8B60-B1E5D9779C29}"/>
              </a:ext>
            </a:extLst>
          </p:cNvPr>
          <p:cNvSpPr>
            <a:spLocks noGrp="1"/>
          </p:cNvSpPr>
          <p:nvPr>
            <p:ph type="ftr" sz="quarter" idx="3"/>
          </p:nvPr>
        </p:nvSpPr>
        <p:spPr>
          <a:xfrm>
            <a:off x="584201" y="6441202"/>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
        <p:nvSpPr>
          <p:cNvPr id="2" name="Slide Number Placeholder 4">
            <a:extLst>
              <a:ext uri="{FF2B5EF4-FFF2-40B4-BE49-F238E27FC236}">
                <a16:creationId xmlns:a16="http://schemas.microsoft.com/office/drawing/2014/main" id="{A5E954C3-B409-4448-81E2-AB30E10FF1C7}"/>
              </a:ext>
            </a:extLst>
          </p:cNvPr>
          <p:cNvSpPr>
            <a:spLocks noGrp="1"/>
          </p:cNvSpPr>
          <p:nvPr>
            <p:ph type="sldNum" sz="quarter" idx="4"/>
          </p:nvPr>
        </p:nvSpPr>
        <p:spPr>
          <a:xfrm>
            <a:off x="11115040" y="6356350"/>
            <a:ext cx="781304" cy="365125"/>
          </a:xfrm>
          <a:prstGeom prst="rect">
            <a:avLst/>
          </a:prstGeom>
        </p:spPr>
        <p:txBody>
          <a:bodyPr vert="horz" lIns="91440" tIns="45720" rIns="91440" bIns="45720" rtlCol="0" anchor="ctr"/>
          <a:lstStyle>
            <a:lvl1pPr algn="r">
              <a:defRPr sz="1200">
                <a:solidFill>
                  <a:schemeClr val="tx1"/>
                </a:solidFill>
              </a:defRPr>
            </a:lvl1pPr>
          </a:lstStyle>
          <a:p>
            <a:fld id="{8F93FC27-A1D1-4A1D-8E2D-C92B07A03756}" type="slidenum">
              <a:rPr lang="en-US" smtClean="0"/>
              <a:pPr/>
              <a:t>‹#›</a:t>
            </a:fld>
            <a:endParaRPr lang="en-US"/>
          </a:p>
        </p:txBody>
      </p:sp>
    </p:spTree>
    <p:extLst>
      <p:ext uri="{BB962C8B-B14F-4D97-AF65-F5344CB8AC3E}">
        <p14:creationId xmlns:p14="http://schemas.microsoft.com/office/powerpoint/2010/main" val="20971011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No background - Two Columns">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F2852273-B857-20CA-59FC-EB5BE3F44C92}"/>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B240255C-FB5A-E644-85A2-27A97D45B42A}"/>
              </a:ext>
            </a:extLst>
          </p:cNvPr>
          <p:cNvSpPr>
            <a:spLocks noGrp="1"/>
          </p:cNvSpPr>
          <p:nvPr>
            <p:ph type="body" sz="quarter" idx="13"/>
          </p:nvPr>
        </p:nvSpPr>
        <p:spPr>
          <a:xfrm>
            <a:off x="584200" y="1435100"/>
            <a:ext cx="5214938" cy="2128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699D8670-E78C-69F4-3EAE-0C5C4F91711F}"/>
              </a:ext>
            </a:extLst>
          </p:cNvPr>
          <p:cNvSpPr>
            <a:spLocks noGrp="1"/>
          </p:cNvSpPr>
          <p:nvPr>
            <p:ph type="body" sz="quarter" idx="14"/>
          </p:nvPr>
        </p:nvSpPr>
        <p:spPr>
          <a:xfrm>
            <a:off x="6394450" y="1435100"/>
            <a:ext cx="5214938" cy="2128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10">
            <a:extLst>
              <a:ext uri="{FF2B5EF4-FFF2-40B4-BE49-F238E27FC236}">
                <a16:creationId xmlns:a16="http://schemas.microsoft.com/office/drawing/2014/main" id="{22BDE9B7-BF0F-DF45-BCD0-D6165D547D13}"/>
              </a:ext>
            </a:extLst>
          </p:cNvPr>
          <p:cNvSpPr>
            <a:spLocks noGrp="1"/>
          </p:cNvSpPr>
          <p:nvPr>
            <p:ph type="ftr" sz="quarter" idx="3"/>
          </p:nvPr>
        </p:nvSpPr>
        <p:spPr>
          <a:xfrm>
            <a:off x="584201" y="6456459"/>
            <a:ext cx="11025188" cy="107854"/>
          </a:xfrm>
          <a:prstGeom prst="rect">
            <a:avLst/>
          </a:prstGeom>
        </p:spPr>
        <p:txBody>
          <a:bodyPr/>
          <a:lstStyle>
            <a:lvl1pPr>
              <a:defRPr sz="800">
                <a:solidFill>
                  <a:srgbClr val="000000"/>
                </a:solidFill>
              </a:defRPr>
            </a:lvl1pPr>
          </a:lstStyle>
          <a:p>
            <a:endParaRPr lang="en-US"/>
          </a:p>
        </p:txBody>
      </p:sp>
      <p:sp>
        <p:nvSpPr>
          <p:cNvPr id="3" name="Rectangle 2">
            <a:extLst>
              <a:ext uri="{FF2B5EF4-FFF2-40B4-BE49-F238E27FC236}">
                <a16:creationId xmlns:a16="http://schemas.microsoft.com/office/drawing/2014/main" id="{714C1368-183A-6A5B-98F3-79A3F801C10B}"/>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4">
            <a:extLst>
              <a:ext uri="{FF2B5EF4-FFF2-40B4-BE49-F238E27FC236}">
                <a16:creationId xmlns:a16="http://schemas.microsoft.com/office/drawing/2014/main" id="{DADCB80F-AA0A-3A16-10DF-A9D6482FA910}"/>
              </a:ext>
            </a:extLst>
          </p:cNvPr>
          <p:cNvSpPr>
            <a:spLocks noGrp="1"/>
          </p:cNvSpPr>
          <p:nvPr>
            <p:ph type="sldNum" sz="quarter" idx="4"/>
          </p:nvPr>
        </p:nvSpPr>
        <p:spPr>
          <a:xfrm>
            <a:off x="11115040" y="6356350"/>
            <a:ext cx="781304" cy="365125"/>
          </a:xfrm>
          <a:prstGeom prst="rect">
            <a:avLst/>
          </a:prstGeom>
        </p:spPr>
        <p:txBody>
          <a:bodyPr vert="horz" lIns="91440" tIns="45720" rIns="91440" bIns="45720" rtlCol="0" anchor="ctr"/>
          <a:lstStyle>
            <a:lvl1pPr algn="r">
              <a:defRPr sz="1200">
                <a:solidFill>
                  <a:schemeClr val="tx1"/>
                </a:solidFill>
              </a:defRPr>
            </a:lvl1pPr>
          </a:lstStyle>
          <a:p>
            <a:fld id="{8F93FC27-A1D1-4A1D-8E2D-C92B07A03756}" type="slidenum">
              <a:rPr lang="en-US" smtClean="0"/>
              <a:pPr/>
              <a:t>‹#›</a:t>
            </a:fld>
            <a:endParaRPr lang="en-US"/>
          </a:p>
        </p:txBody>
      </p:sp>
    </p:spTree>
    <p:extLst>
      <p:ext uri="{BB962C8B-B14F-4D97-AF65-F5344CB8AC3E}">
        <p14:creationId xmlns:p14="http://schemas.microsoft.com/office/powerpoint/2010/main" val="88466039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3">
          <p15:clr>
            <a:srgbClr val="FBAE40"/>
          </p15:clr>
        </p15:guide>
        <p15:guide id="5" pos="4027">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No background - Two Columns">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9C7A637-9C83-8E2C-B673-0817ED3CE231}"/>
              </a:ext>
            </a:extLst>
          </p:cNvPr>
          <p:cNvGrpSpPr/>
          <p:nvPr userDrawn="1"/>
        </p:nvGrpSpPr>
        <p:grpSpPr>
          <a:xfrm>
            <a:off x="0" y="0"/>
            <a:ext cx="12192000" cy="6858000"/>
            <a:chOff x="0" y="0"/>
            <a:chExt cx="12192000" cy="6858000"/>
          </a:xfrm>
        </p:grpSpPr>
        <p:pic>
          <p:nvPicPr>
            <p:cNvPr id="4" name="Picture 3" descr="A blurry image of a person's hand&#10;&#10;Description automatically generated">
              <a:extLst>
                <a:ext uri="{FF2B5EF4-FFF2-40B4-BE49-F238E27FC236}">
                  <a16:creationId xmlns:a16="http://schemas.microsoft.com/office/drawing/2014/main" id="{4B2161EF-6401-91A8-EFC2-CEF94AC79EE9}"/>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a:stretch/>
          </p:blipFill>
          <p:spPr>
            <a:xfrm>
              <a:off x="0" y="0"/>
              <a:ext cx="12192000" cy="6692900"/>
            </a:xfrm>
            <a:prstGeom prst="rect">
              <a:avLst/>
            </a:prstGeom>
          </p:spPr>
        </p:pic>
        <p:sp>
          <p:nvSpPr>
            <p:cNvPr id="6" name="Rectangle 5">
              <a:extLst>
                <a:ext uri="{FF2B5EF4-FFF2-40B4-BE49-F238E27FC236}">
                  <a16:creationId xmlns:a16="http://schemas.microsoft.com/office/drawing/2014/main" id="{4A542778-2116-B763-7B8E-64EDCA14B275}"/>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itle 8">
            <a:extLst>
              <a:ext uri="{FF2B5EF4-FFF2-40B4-BE49-F238E27FC236}">
                <a16:creationId xmlns:a16="http://schemas.microsoft.com/office/drawing/2014/main" id="{F2852273-B857-20CA-59FC-EB5BE3F44C92}"/>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B240255C-FB5A-E644-85A2-27A97D45B42A}"/>
              </a:ext>
            </a:extLst>
          </p:cNvPr>
          <p:cNvSpPr>
            <a:spLocks noGrp="1"/>
          </p:cNvSpPr>
          <p:nvPr>
            <p:ph type="body" sz="quarter" idx="13"/>
          </p:nvPr>
        </p:nvSpPr>
        <p:spPr>
          <a:xfrm>
            <a:off x="584200" y="1435100"/>
            <a:ext cx="5214938" cy="2128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699D8670-E78C-69F4-3EAE-0C5C4F91711F}"/>
              </a:ext>
            </a:extLst>
          </p:cNvPr>
          <p:cNvSpPr>
            <a:spLocks noGrp="1"/>
          </p:cNvSpPr>
          <p:nvPr>
            <p:ph type="body" sz="quarter" idx="14"/>
          </p:nvPr>
        </p:nvSpPr>
        <p:spPr>
          <a:xfrm>
            <a:off x="6394450" y="1435100"/>
            <a:ext cx="5214938" cy="21288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10">
            <a:extLst>
              <a:ext uri="{FF2B5EF4-FFF2-40B4-BE49-F238E27FC236}">
                <a16:creationId xmlns:a16="http://schemas.microsoft.com/office/drawing/2014/main" id="{22BDE9B7-BF0F-DF45-BCD0-D6165D547D13}"/>
              </a:ext>
            </a:extLst>
          </p:cNvPr>
          <p:cNvSpPr>
            <a:spLocks noGrp="1"/>
          </p:cNvSpPr>
          <p:nvPr>
            <p:ph type="ftr" sz="quarter" idx="3"/>
          </p:nvPr>
        </p:nvSpPr>
        <p:spPr>
          <a:xfrm>
            <a:off x="584201" y="6456459"/>
            <a:ext cx="11025188" cy="107854"/>
          </a:xfrm>
          <a:prstGeom prst="rect">
            <a:avLst/>
          </a:prstGeom>
        </p:spPr>
        <p:txBody>
          <a:bodyPr/>
          <a:lstStyle>
            <a:lvl1pPr>
              <a:defRPr sz="800">
                <a:solidFill>
                  <a:srgbClr val="000000"/>
                </a:solidFill>
              </a:defRPr>
            </a:lvl1pPr>
          </a:lstStyle>
          <a:p>
            <a:endParaRPr lang="en-US"/>
          </a:p>
        </p:txBody>
      </p:sp>
      <p:sp>
        <p:nvSpPr>
          <p:cNvPr id="3" name="Rectangle 2">
            <a:extLst>
              <a:ext uri="{FF2B5EF4-FFF2-40B4-BE49-F238E27FC236}">
                <a16:creationId xmlns:a16="http://schemas.microsoft.com/office/drawing/2014/main" id="{714C1368-183A-6A5B-98F3-79A3F801C10B}"/>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4">
            <a:extLst>
              <a:ext uri="{FF2B5EF4-FFF2-40B4-BE49-F238E27FC236}">
                <a16:creationId xmlns:a16="http://schemas.microsoft.com/office/drawing/2014/main" id="{52A53D53-666C-6B88-F6C9-212526E45609}"/>
              </a:ext>
            </a:extLst>
          </p:cNvPr>
          <p:cNvSpPr>
            <a:spLocks noGrp="1"/>
          </p:cNvSpPr>
          <p:nvPr>
            <p:ph type="sldNum" sz="quarter" idx="4"/>
          </p:nvPr>
        </p:nvSpPr>
        <p:spPr>
          <a:xfrm>
            <a:off x="11115040" y="6356350"/>
            <a:ext cx="781304" cy="365125"/>
          </a:xfrm>
          <a:prstGeom prst="rect">
            <a:avLst/>
          </a:prstGeom>
        </p:spPr>
        <p:txBody>
          <a:bodyPr vert="horz" lIns="91440" tIns="45720" rIns="91440" bIns="45720" rtlCol="0" anchor="ctr"/>
          <a:lstStyle>
            <a:lvl1pPr algn="r">
              <a:defRPr sz="1200">
                <a:solidFill>
                  <a:schemeClr val="tx1"/>
                </a:solidFill>
              </a:defRPr>
            </a:lvl1pPr>
          </a:lstStyle>
          <a:p>
            <a:fld id="{8F93FC27-A1D1-4A1D-8E2D-C92B07A03756}" type="slidenum">
              <a:rPr lang="en-US" smtClean="0"/>
              <a:pPr/>
              <a:t>‹#›</a:t>
            </a:fld>
            <a:endParaRPr lang="en-US"/>
          </a:p>
        </p:txBody>
      </p:sp>
    </p:spTree>
    <p:extLst>
      <p:ext uri="{BB962C8B-B14F-4D97-AF65-F5344CB8AC3E}">
        <p14:creationId xmlns:p14="http://schemas.microsoft.com/office/powerpoint/2010/main" val="245759126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3">
          <p15:clr>
            <a:srgbClr val="FBAE40"/>
          </p15:clr>
        </p15:guide>
        <p15:guide id="5" pos="4027">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DEF4037-A609-A9B8-078B-CE087FCC2FBE}"/>
              </a:ext>
            </a:extLst>
          </p:cNvPr>
          <p:cNvGrpSpPr/>
          <p:nvPr userDrawn="1"/>
        </p:nvGrpSpPr>
        <p:grpSpPr>
          <a:xfrm>
            <a:off x="0" y="0"/>
            <a:ext cx="12192000" cy="6858000"/>
            <a:chOff x="0" y="0"/>
            <a:chExt cx="12192000" cy="6858000"/>
          </a:xfrm>
        </p:grpSpPr>
        <p:pic>
          <p:nvPicPr>
            <p:cNvPr id="5" name="Picture 4" descr="A blurry image of a person's hand&#10;&#10;Description automatically generated">
              <a:extLst>
                <a:ext uri="{FF2B5EF4-FFF2-40B4-BE49-F238E27FC236}">
                  <a16:creationId xmlns:a16="http://schemas.microsoft.com/office/drawing/2014/main" id="{BCB1914C-784C-0230-3C4C-01B077CCF6D0}"/>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a:stretch/>
          </p:blipFill>
          <p:spPr>
            <a:xfrm>
              <a:off x="0" y="0"/>
              <a:ext cx="12192000" cy="6692900"/>
            </a:xfrm>
            <a:prstGeom prst="rect">
              <a:avLst/>
            </a:prstGeom>
          </p:spPr>
        </p:pic>
        <p:sp>
          <p:nvSpPr>
            <p:cNvPr id="8" name="Rectangle 7">
              <a:extLst>
                <a:ext uri="{FF2B5EF4-FFF2-40B4-BE49-F238E27FC236}">
                  <a16:creationId xmlns:a16="http://schemas.microsoft.com/office/drawing/2014/main" id="{A9938F55-19E6-E840-1084-01B2A085047D}"/>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41632"/>
          </a:xfrm>
        </p:spPr>
        <p:txBody>
          <a:bodyPr tIns="64008"/>
          <a:lstStyle>
            <a:lvl1pPr>
              <a:defRPr sz="1800">
                <a:solidFill>
                  <a:schemeClr val="tx1"/>
                </a:solidFill>
                <a:latin typeface="+mn-lt"/>
              </a:defRPr>
            </a:lvl1pPr>
          </a:lstStyle>
          <a:p>
            <a:pPr lvl="0"/>
            <a:r>
              <a:rPr lang="en-US"/>
              <a:t>Subtitle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0" y="2019300"/>
            <a:ext cx="11025188" cy="2562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0">
            <a:extLst>
              <a:ext uri="{FF2B5EF4-FFF2-40B4-BE49-F238E27FC236}">
                <a16:creationId xmlns:a16="http://schemas.microsoft.com/office/drawing/2014/main" id="{8522C0CB-7CA6-6339-77AF-EA5B1984FA00}"/>
              </a:ext>
            </a:extLst>
          </p:cNvPr>
          <p:cNvSpPr>
            <a:spLocks noGrp="1"/>
          </p:cNvSpPr>
          <p:nvPr>
            <p:ph type="ftr" sz="quarter" idx="3"/>
          </p:nvPr>
        </p:nvSpPr>
        <p:spPr>
          <a:xfrm>
            <a:off x="584201" y="6441202"/>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
        <p:nvSpPr>
          <p:cNvPr id="9" name="Slide Number Placeholder 4">
            <a:extLst>
              <a:ext uri="{FF2B5EF4-FFF2-40B4-BE49-F238E27FC236}">
                <a16:creationId xmlns:a16="http://schemas.microsoft.com/office/drawing/2014/main" id="{611FA6A4-D4B9-9739-6382-631FB775BC01}"/>
              </a:ext>
            </a:extLst>
          </p:cNvPr>
          <p:cNvSpPr>
            <a:spLocks noGrp="1"/>
          </p:cNvSpPr>
          <p:nvPr>
            <p:ph type="sldNum" sz="quarter" idx="4"/>
          </p:nvPr>
        </p:nvSpPr>
        <p:spPr>
          <a:xfrm>
            <a:off x="11115040" y="6356350"/>
            <a:ext cx="781304" cy="365125"/>
          </a:xfrm>
          <a:prstGeom prst="rect">
            <a:avLst/>
          </a:prstGeom>
        </p:spPr>
        <p:txBody>
          <a:bodyPr vert="horz" lIns="91440" tIns="45720" rIns="91440" bIns="45720" rtlCol="0" anchor="ctr"/>
          <a:lstStyle>
            <a:lvl1pPr algn="r">
              <a:defRPr sz="1200">
                <a:solidFill>
                  <a:schemeClr val="tx1"/>
                </a:solidFill>
              </a:defRPr>
            </a:lvl1pPr>
          </a:lstStyle>
          <a:p>
            <a:fld id="{8F93FC27-A1D1-4A1D-8E2D-C92B07A03756}" type="slidenum">
              <a:rPr lang="en-US" smtClean="0"/>
              <a:pPr/>
              <a:t>‹#›</a:t>
            </a:fld>
            <a:endParaRPr lang="en-US"/>
          </a:p>
        </p:txBody>
      </p:sp>
    </p:spTree>
    <p:extLst>
      <p:ext uri="{BB962C8B-B14F-4D97-AF65-F5344CB8AC3E}">
        <p14:creationId xmlns:p14="http://schemas.microsoft.com/office/powerpoint/2010/main" val="414617617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and eyebrow and content">
    <p:spTree>
      <p:nvGrpSpPr>
        <p:cNvPr id="1" name=""/>
        <p:cNvGrpSpPr/>
        <p:nvPr/>
      </p:nvGrpSpPr>
      <p:grpSpPr>
        <a:xfrm>
          <a:off x="0" y="0"/>
          <a:ext cx="0" cy="0"/>
          <a:chOff x="0" y="0"/>
          <a:chExt cx="0" cy="0"/>
        </a:xfrm>
      </p:grpSpPr>
      <p:pic>
        <p:nvPicPr>
          <p:cNvPr id="5" name="Picture 4" descr="A blurry image of a person's hand&#10;&#10;Description automatically generated">
            <a:extLst>
              <a:ext uri="{FF2B5EF4-FFF2-40B4-BE49-F238E27FC236}">
                <a16:creationId xmlns:a16="http://schemas.microsoft.com/office/drawing/2014/main" id="{30EA2969-34DD-DAA8-1D7E-246D83F08671}"/>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5C45BD7-3F2C-830D-5256-48E37AFC511B}"/>
              </a:ext>
            </a:extLst>
          </p:cNvPr>
          <p:cNvSpPr>
            <a:spLocks noGrp="1"/>
          </p:cNvSpPr>
          <p:nvPr>
            <p:ph type="title"/>
          </p:nvPr>
        </p:nvSpPr>
        <p:spPr>
          <a:xfrm>
            <a:off x="574816" y="510988"/>
            <a:ext cx="11018520" cy="430887"/>
          </a:xfrm>
        </p:spPr>
        <p:txBody>
          <a:bodyPr/>
          <a:lstStyle/>
          <a:p>
            <a:r>
              <a:rPr lang="en-US"/>
              <a:t>Click to edit Master title style</a:t>
            </a:r>
          </a:p>
        </p:txBody>
      </p:sp>
      <p:sp>
        <p:nvSpPr>
          <p:cNvPr id="6" name="Eyebrow placeholder">
            <a:extLst>
              <a:ext uri="{FF2B5EF4-FFF2-40B4-BE49-F238E27FC236}">
                <a16:creationId xmlns:a16="http://schemas.microsoft.com/office/drawing/2014/main" id="{48B9C26C-7246-D5C5-B758-D000638734BF}"/>
              </a:ext>
            </a:extLst>
          </p:cNvPr>
          <p:cNvSpPr>
            <a:spLocks noGrp="1"/>
          </p:cNvSpPr>
          <p:nvPr>
            <p:ph type="body" sz="quarter" idx="10"/>
          </p:nvPr>
        </p:nvSpPr>
        <p:spPr>
          <a:xfrm>
            <a:off x="574816" y="246888"/>
            <a:ext cx="11018838" cy="246221"/>
          </a:xfrm>
        </p:spPr>
        <p:txBody>
          <a:bodyPr/>
          <a:lstStyle>
            <a:lvl1pPr marL="0" indent="0">
              <a:buNone/>
              <a:defRPr sz="1600">
                <a:solidFill>
                  <a:schemeClr val="accent2"/>
                </a:solidFill>
                <a:latin typeface="+mj-lt"/>
              </a:defRPr>
            </a:lvl1pPr>
          </a:lstStyle>
          <a:p>
            <a:pPr lvl="0"/>
            <a:r>
              <a:rPr lang="en-US"/>
              <a:t>Click to edit Master text styles</a:t>
            </a:r>
          </a:p>
        </p:txBody>
      </p:sp>
      <p:sp>
        <p:nvSpPr>
          <p:cNvPr id="3" name="Text Placeholder 5">
            <a:extLst>
              <a:ext uri="{FF2B5EF4-FFF2-40B4-BE49-F238E27FC236}">
                <a16:creationId xmlns:a16="http://schemas.microsoft.com/office/drawing/2014/main" id="{9726B72F-F30C-C802-754B-00F8619DF7CF}"/>
              </a:ext>
            </a:extLst>
          </p:cNvPr>
          <p:cNvSpPr>
            <a:spLocks noGrp="1"/>
          </p:cNvSpPr>
          <p:nvPr>
            <p:ph type="body" sz="quarter" idx="11"/>
          </p:nvPr>
        </p:nvSpPr>
        <p:spPr>
          <a:xfrm>
            <a:off x="584200" y="2019300"/>
            <a:ext cx="11025188" cy="25622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4">
            <a:extLst>
              <a:ext uri="{FF2B5EF4-FFF2-40B4-BE49-F238E27FC236}">
                <a16:creationId xmlns:a16="http://schemas.microsoft.com/office/drawing/2014/main" id="{D167E468-CDA1-75E9-AB86-FAD0C1101203}"/>
              </a:ext>
            </a:extLst>
          </p:cNvPr>
          <p:cNvSpPr>
            <a:spLocks noGrp="1"/>
          </p:cNvSpPr>
          <p:nvPr>
            <p:ph type="sldNum" sz="quarter" idx="4"/>
          </p:nvPr>
        </p:nvSpPr>
        <p:spPr>
          <a:xfrm>
            <a:off x="11115040" y="6356350"/>
            <a:ext cx="781304" cy="365125"/>
          </a:xfrm>
          <a:prstGeom prst="rect">
            <a:avLst/>
          </a:prstGeom>
        </p:spPr>
        <p:txBody>
          <a:bodyPr vert="horz" lIns="91440" tIns="45720" rIns="91440" bIns="45720" rtlCol="0" anchor="ctr"/>
          <a:lstStyle>
            <a:lvl1pPr algn="r">
              <a:defRPr sz="1200">
                <a:solidFill>
                  <a:schemeClr val="tx1"/>
                </a:solidFill>
              </a:defRPr>
            </a:lvl1pPr>
          </a:lstStyle>
          <a:p>
            <a:fld id="{8F93FC27-A1D1-4A1D-8E2D-C92B07A03756}" type="slidenum">
              <a:rPr lang="en-US" smtClean="0"/>
              <a:pPr/>
              <a:t>‹#›</a:t>
            </a:fld>
            <a:endParaRPr lang="en-US"/>
          </a:p>
        </p:txBody>
      </p:sp>
    </p:spTree>
    <p:extLst>
      <p:ext uri="{BB962C8B-B14F-4D97-AF65-F5344CB8AC3E}">
        <p14:creationId xmlns:p14="http://schemas.microsoft.com/office/powerpoint/2010/main" val="3101757684"/>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Eyebrow title and subtitle">
    <p:spTree>
      <p:nvGrpSpPr>
        <p:cNvPr id="1" name=""/>
        <p:cNvGrpSpPr/>
        <p:nvPr/>
      </p:nvGrpSpPr>
      <p:grpSpPr>
        <a:xfrm>
          <a:off x="0" y="0"/>
          <a:ext cx="0" cy="0"/>
          <a:chOff x="0" y="0"/>
          <a:chExt cx="0" cy="0"/>
        </a:xfrm>
      </p:grpSpPr>
      <p:pic>
        <p:nvPicPr>
          <p:cNvPr id="7" name="Picture 6" descr="A blurry image of a person's hand&#10;&#10;Description automatically generated">
            <a:extLst>
              <a:ext uri="{FF2B5EF4-FFF2-40B4-BE49-F238E27FC236}">
                <a16:creationId xmlns:a16="http://schemas.microsoft.com/office/drawing/2014/main" id="{FAFCF619-AC26-2E4C-2904-F86EAFD2B3CE}"/>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75C45BD7-3F2C-830D-5256-48E37AFC511B}"/>
              </a:ext>
            </a:extLst>
          </p:cNvPr>
          <p:cNvSpPr>
            <a:spLocks noGrp="1"/>
          </p:cNvSpPr>
          <p:nvPr>
            <p:ph type="title"/>
          </p:nvPr>
        </p:nvSpPr>
        <p:spPr>
          <a:xfrm>
            <a:off x="574816" y="510988"/>
            <a:ext cx="11018520" cy="430887"/>
          </a:xfrm>
        </p:spPr>
        <p:txBody>
          <a:bodyPr/>
          <a:lstStyle/>
          <a:p>
            <a:r>
              <a:rPr lang="en-US"/>
              <a:t>Click to edit Master title style</a:t>
            </a:r>
          </a:p>
        </p:txBody>
      </p:sp>
      <p:sp>
        <p:nvSpPr>
          <p:cNvPr id="5" name="Text Placeholder 2">
            <a:extLst>
              <a:ext uri="{FF2B5EF4-FFF2-40B4-BE49-F238E27FC236}">
                <a16:creationId xmlns:a16="http://schemas.microsoft.com/office/drawing/2014/main" id="{3ABDF8D8-0F08-FD6F-E5FE-7EE6DC72BE9E}"/>
              </a:ext>
            </a:extLst>
          </p:cNvPr>
          <p:cNvSpPr>
            <a:spLocks noGrp="1"/>
          </p:cNvSpPr>
          <p:nvPr>
            <p:ph type="body" sz="quarter" idx="11" hasCustomPrompt="1"/>
          </p:nvPr>
        </p:nvSpPr>
        <p:spPr>
          <a:xfrm>
            <a:off x="574675" y="941388"/>
            <a:ext cx="11018520" cy="341632"/>
          </a:xfrm>
        </p:spPr>
        <p:txBody>
          <a:bodyPr tIns="64008"/>
          <a:lstStyle>
            <a:lvl1pPr>
              <a:defRPr sz="1800">
                <a:solidFill>
                  <a:schemeClr val="tx1"/>
                </a:solidFill>
                <a:latin typeface="+mn-lt"/>
              </a:defRPr>
            </a:lvl1pPr>
          </a:lstStyle>
          <a:p>
            <a:pPr lvl="0"/>
            <a:r>
              <a:rPr lang="en-US"/>
              <a:t>Subtitle</a:t>
            </a:r>
          </a:p>
        </p:txBody>
      </p:sp>
      <p:sp>
        <p:nvSpPr>
          <p:cNvPr id="3" name="Eyebrow placeholder">
            <a:extLst>
              <a:ext uri="{FF2B5EF4-FFF2-40B4-BE49-F238E27FC236}">
                <a16:creationId xmlns:a16="http://schemas.microsoft.com/office/drawing/2014/main" id="{7A979B28-27F8-3F49-0EE7-BF83B791B93D}"/>
              </a:ext>
            </a:extLst>
          </p:cNvPr>
          <p:cNvSpPr>
            <a:spLocks noGrp="1"/>
          </p:cNvSpPr>
          <p:nvPr>
            <p:ph type="body" sz="quarter" idx="10"/>
          </p:nvPr>
        </p:nvSpPr>
        <p:spPr>
          <a:xfrm>
            <a:off x="574816" y="246888"/>
            <a:ext cx="11018838" cy="246221"/>
          </a:xfrm>
        </p:spPr>
        <p:txBody>
          <a:bodyPr/>
          <a:lstStyle>
            <a:lvl1pPr marL="0" indent="0">
              <a:buNone/>
              <a:defRPr sz="1600">
                <a:solidFill>
                  <a:schemeClr val="accent2"/>
                </a:solidFill>
                <a:latin typeface="+mj-lt"/>
              </a:defRPr>
            </a:lvl1pPr>
          </a:lstStyle>
          <a:p>
            <a:pPr lvl="0"/>
            <a:r>
              <a:rPr lang="en-US"/>
              <a:t>Click to edit Master text styles</a:t>
            </a:r>
          </a:p>
        </p:txBody>
      </p:sp>
      <p:sp>
        <p:nvSpPr>
          <p:cNvPr id="6" name="Slide Number Placeholder 4">
            <a:extLst>
              <a:ext uri="{FF2B5EF4-FFF2-40B4-BE49-F238E27FC236}">
                <a16:creationId xmlns:a16="http://schemas.microsoft.com/office/drawing/2014/main" id="{E05EAC64-3A04-D414-8BE8-5AA3D8730FCC}"/>
              </a:ext>
            </a:extLst>
          </p:cNvPr>
          <p:cNvSpPr>
            <a:spLocks noGrp="1"/>
          </p:cNvSpPr>
          <p:nvPr>
            <p:ph type="sldNum" sz="quarter" idx="4"/>
          </p:nvPr>
        </p:nvSpPr>
        <p:spPr>
          <a:xfrm>
            <a:off x="11115040" y="6356350"/>
            <a:ext cx="781304" cy="365125"/>
          </a:xfrm>
          <a:prstGeom prst="rect">
            <a:avLst/>
          </a:prstGeom>
        </p:spPr>
        <p:txBody>
          <a:bodyPr vert="horz" lIns="91440" tIns="45720" rIns="91440" bIns="45720" rtlCol="0" anchor="ctr"/>
          <a:lstStyle>
            <a:lvl1pPr algn="r">
              <a:defRPr sz="1200">
                <a:solidFill>
                  <a:schemeClr val="tx1"/>
                </a:solidFill>
              </a:defRPr>
            </a:lvl1pPr>
          </a:lstStyle>
          <a:p>
            <a:fld id="{8F93FC27-A1D1-4A1D-8E2D-C92B07A03756}" type="slidenum">
              <a:rPr lang="en-US" smtClean="0"/>
              <a:pPr/>
              <a:t>‹#›</a:t>
            </a:fld>
            <a:endParaRPr lang="en-US"/>
          </a:p>
        </p:txBody>
      </p:sp>
      <p:grpSp>
        <p:nvGrpSpPr>
          <p:cNvPr id="17" name="Group 16">
            <a:extLst>
              <a:ext uri="{FF2B5EF4-FFF2-40B4-BE49-F238E27FC236}">
                <a16:creationId xmlns:a16="http://schemas.microsoft.com/office/drawing/2014/main" id="{7F92C9A1-450B-04FE-45E9-DC22E9AEB611}"/>
              </a:ext>
            </a:extLst>
          </p:cNvPr>
          <p:cNvGrpSpPr/>
          <p:nvPr userDrawn="1"/>
        </p:nvGrpSpPr>
        <p:grpSpPr>
          <a:xfrm>
            <a:off x="9752967" y="6398361"/>
            <a:ext cx="274320" cy="274320"/>
            <a:chOff x="11001662" y="6398361"/>
            <a:chExt cx="274320" cy="274320"/>
          </a:xfrm>
        </p:grpSpPr>
        <p:sp>
          <p:nvSpPr>
            <p:cNvPr id="18" name="TextBox 17">
              <a:extLst>
                <a:ext uri="{FF2B5EF4-FFF2-40B4-BE49-F238E27FC236}">
                  <a16:creationId xmlns:a16="http://schemas.microsoft.com/office/drawing/2014/main" id="{44B35C63-3A29-4E61-5718-29291A111295}"/>
                </a:ext>
              </a:extLst>
            </p:cNvPr>
            <p:cNvSpPr txBox="1"/>
            <p:nvPr userDrawn="1"/>
          </p:nvSpPr>
          <p:spPr>
            <a:xfrm>
              <a:off x="11001662" y="6398361"/>
              <a:ext cx="274320"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oAutofit/>
            </a:bodyPr>
            <a:lstStyle/>
            <a:p>
              <a:pPr algn="ctr"/>
              <a:endParaRPr lang="en-US" sz="1200">
                <a:solidFill>
                  <a:schemeClr val="accent4"/>
                </a:solidFill>
                <a:latin typeface="+mj-lt"/>
              </a:endParaRPr>
            </a:p>
          </p:txBody>
        </p:sp>
        <p:pic>
          <p:nvPicPr>
            <p:cNvPr id="19" name="Graphic 18" descr="Home with solid fill">
              <a:hlinkClick r:id="" action="ppaction://noaction"/>
              <a:extLst>
                <a:ext uri="{FF2B5EF4-FFF2-40B4-BE49-F238E27FC236}">
                  <a16:creationId xmlns:a16="http://schemas.microsoft.com/office/drawing/2014/main" id="{849ED1CA-9B49-045E-C02A-2E6645ABF518}"/>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036918" y="6433618"/>
              <a:ext cx="203809" cy="203807"/>
            </a:xfrm>
            <a:prstGeom prst="rect">
              <a:avLst/>
            </a:prstGeom>
          </p:spPr>
        </p:pic>
      </p:grpSp>
      <p:sp>
        <p:nvSpPr>
          <p:cNvPr id="20" name="TextBox 19">
            <a:hlinkClick r:id="rId5" action="ppaction://hlinksldjump"/>
            <a:extLst>
              <a:ext uri="{FF2B5EF4-FFF2-40B4-BE49-F238E27FC236}">
                <a16:creationId xmlns:a16="http://schemas.microsoft.com/office/drawing/2014/main" id="{668F8730-6C78-D381-21B7-3F43161EE2B9}"/>
              </a:ext>
            </a:extLst>
          </p:cNvPr>
          <p:cNvSpPr txBox="1"/>
          <p:nvPr userDrawn="1"/>
        </p:nvSpPr>
        <p:spPr>
          <a:xfrm>
            <a:off x="10626114" y="6398366"/>
            <a:ext cx="275648" cy="274320"/>
          </a:xfrm>
          <a:prstGeom prst="ellipse">
            <a:avLst/>
          </a:prstGeom>
          <a:solidFill>
            <a:schemeClr val="bg1"/>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accent4"/>
                </a:solidFill>
                <a:latin typeface="+mj-lt"/>
              </a:rPr>
              <a:t>A</a:t>
            </a:r>
          </a:p>
        </p:txBody>
      </p:sp>
      <p:sp>
        <p:nvSpPr>
          <p:cNvPr id="21" name="TextBox 20">
            <a:hlinkClick r:id="" action="ppaction://noaction"/>
            <a:extLst>
              <a:ext uri="{FF2B5EF4-FFF2-40B4-BE49-F238E27FC236}">
                <a16:creationId xmlns:a16="http://schemas.microsoft.com/office/drawing/2014/main" id="{35586B51-DF88-F8F6-247E-AA09CBAEA42A}"/>
              </a:ext>
            </a:extLst>
          </p:cNvPr>
          <p:cNvSpPr txBox="1"/>
          <p:nvPr userDrawn="1"/>
        </p:nvSpPr>
        <p:spPr>
          <a:xfrm>
            <a:off x="11063351" y="6399001"/>
            <a:ext cx="275648" cy="274320"/>
          </a:xfrm>
          <a:prstGeom prst="ellipse">
            <a:avLst/>
          </a:prstGeom>
          <a:solidFill>
            <a:schemeClr val="bg1"/>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accent4"/>
                </a:solidFill>
                <a:latin typeface="+mj-lt"/>
              </a:rPr>
              <a:t>B</a:t>
            </a:r>
          </a:p>
        </p:txBody>
      </p:sp>
      <p:sp>
        <p:nvSpPr>
          <p:cNvPr id="22" name="TextBox 21">
            <a:hlinkClick r:id="" action="ppaction://hlinkshowjump?jump=previousslide"/>
            <a:extLst>
              <a:ext uri="{FF2B5EF4-FFF2-40B4-BE49-F238E27FC236}">
                <a16:creationId xmlns:a16="http://schemas.microsoft.com/office/drawing/2014/main" id="{6E6CA270-5C4E-0C26-2D38-C95F0DB0FBB3}"/>
              </a:ext>
            </a:extLst>
          </p:cNvPr>
          <p:cNvSpPr txBox="1"/>
          <p:nvPr userDrawn="1"/>
        </p:nvSpPr>
        <p:spPr>
          <a:xfrm>
            <a:off x="9315729" y="6398366"/>
            <a:ext cx="275648"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bg1"/>
                </a:solidFill>
                <a:latin typeface="+mj-lt"/>
                <a:sym typeface="Wingdings" panose="05000000000000000000" pitchFamily="2" charset="2"/>
              </a:rPr>
              <a:t></a:t>
            </a:r>
            <a:endParaRPr lang="en-US" sz="1600">
              <a:solidFill>
                <a:schemeClr val="bg1"/>
              </a:solidFill>
              <a:latin typeface="+mj-lt"/>
            </a:endParaRPr>
          </a:p>
        </p:txBody>
      </p:sp>
      <p:sp>
        <p:nvSpPr>
          <p:cNvPr id="23" name="TextBox 22">
            <a:hlinkClick r:id="" action="ppaction://hlinkshowjump?jump=nextslide"/>
            <a:extLst>
              <a:ext uri="{FF2B5EF4-FFF2-40B4-BE49-F238E27FC236}">
                <a16:creationId xmlns:a16="http://schemas.microsoft.com/office/drawing/2014/main" id="{D156AE45-F7DA-C6F0-6DC6-7B9F794C4277}"/>
              </a:ext>
            </a:extLst>
          </p:cNvPr>
          <p:cNvSpPr txBox="1"/>
          <p:nvPr userDrawn="1"/>
        </p:nvSpPr>
        <p:spPr>
          <a:xfrm>
            <a:off x="10188877" y="6398366"/>
            <a:ext cx="275648"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bg1"/>
                </a:solidFill>
                <a:latin typeface="+mj-lt"/>
                <a:sym typeface="Wingdings" panose="05000000000000000000" pitchFamily="2" charset="2"/>
              </a:rPr>
              <a:t></a:t>
            </a:r>
            <a:endParaRPr lang="en-US" sz="1600">
              <a:solidFill>
                <a:schemeClr val="bg1"/>
              </a:solidFill>
              <a:latin typeface="+mj-lt"/>
            </a:endParaRPr>
          </a:p>
        </p:txBody>
      </p:sp>
    </p:spTree>
    <p:extLst>
      <p:ext uri="{BB962C8B-B14F-4D97-AF65-F5344CB8AC3E}">
        <p14:creationId xmlns:p14="http://schemas.microsoft.com/office/powerpoint/2010/main" val="3175226531"/>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and subtitle only ">
    <p:spTree>
      <p:nvGrpSpPr>
        <p:cNvPr id="1" name=""/>
        <p:cNvGrpSpPr/>
        <p:nvPr/>
      </p:nvGrpSpPr>
      <p:grpSpPr>
        <a:xfrm>
          <a:off x="0" y="0"/>
          <a:ext cx="0" cy="0"/>
          <a:chOff x="0" y="0"/>
          <a:chExt cx="0" cy="0"/>
        </a:xfrm>
      </p:grpSpPr>
      <p:pic>
        <p:nvPicPr>
          <p:cNvPr id="4" name="Picture 3" descr="A blurry image of a person's hand&#10;&#10;Description automatically generated">
            <a:extLst>
              <a:ext uri="{FF2B5EF4-FFF2-40B4-BE49-F238E27FC236}">
                <a16:creationId xmlns:a16="http://schemas.microsoft.com/office/drawing/2014/main" id="{F5C40B06-A260-9D9D-4EAD-700D31A9650F}"/>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41632"/>
          </a:xfrm>
        </p:spPr>
        <p:txBody>
          <a:bodyPr tIns="64008"/>
          <a:lstStyle>
            <a:lvl1pPr>
              <a:defRPr sz="1800">
                <a:solidFill>
                  <a:schemeClr val="tx1"/>
                </a:solidFill>
                <a:latin typeface="+mn-lt"/>
              </a:defRPr>
            </a:lvl1pPr>
          </a:lstStyle>
          <a:p>
            <a:pPr lvl="0"/>
            <a:r>
              <a:rPr lang="en-US"/>
              <a:t>Subtitle</a:t>
            </a:r>
          </a:p>
        </p:txBody>
      </p:sp>
      <p:sp>
        <p:nvSpPr>
          <p:cNvPr id="6" name="Slide Number Placeholder 4">
            <a:extLst>
              <a:ext uri="{FF2B5EF4-FFF2-40B4-BE49-F238E27FC236}">
                <a16:creationId xmlns:a16="http://schemas.microsoft.com/office/drawing/2014/main" id="{F7FBD511-C969-68A5-7F25-B20E059BB19A}"/>
              </a:ext>
            </a:extLst>
          </p:cNvPr>
          <p:cNvSpPr>
            <a:spLocks noGrp="1"/>
          </p:cNvSpPr>
          <p:nvPr>
            <p:ph type="sldNum" sz="quarter" idx="4"/>
          </p:nvPr>
        </p:nvSpPr>
        <p:spPr>
          <a:xfrm>
            <a:off x="11115040" y="6356350"/>
            <a:ext cx="781304" cy="365125"/>
          </a:xfrm>
          <a:prstGeom prst="rect">
            <a:avLst/>
          </a:prstGeom>
        </p:spPr>
        <p:txBody>
          <a:bodyPr vert="horz" lIns="91440" tIns="45720" rIns="91440" bIns="45720" rtlCol="0" anchor="ctr"/>
          <a:lstStyle>
            <a:lvl1pPr algn="r">
              <a:defRPr sz="1200">
                <a:solidFill>
                  <a:schemeClr val="tx1"/>
                </a:solidFill>
              </a:defRPr>
            </a:lvl1pPr>
          </a:lstStyle>
          <a:p>
            <a:fld id="{8F93FC27-A1D1-4A1D-8E2D-C92B07A03756}" type="slidenum">
              <a:rPr lang="en-US" smtClean="0"/>
              <a:pPr/>
              <a:t>‹#›</a:t>
            </a:fld>
            <a:endParaRPr lang="en-US"/>
          </a:p>
        </p:txBody>
      </p:sp>
      <p:grpSp>
        <p:nvGrpSpPr>
          <p:cNvPr id="11" name="Group 10">
            <a:extLst>
              <a:ext uri="{FF2B5EF4-FFF2-40B4-BE49-F238E27FC236}">
                <a16:creationId xmlns:a16="http://schemas.microsoft.com/office/drawing/2014/main" id="{704A8D86-D1F1-C5B9-D0FA-7D9A6B86018D}"/>
              </a:ext>
            </a:extLst>
          </p:cNvPr>
          <p:cNvGrpSpPr/>
          <p:nvPr userDrawn="1"/>
        </p:nvGrpSpPr>
        <p:grpSpPr>
          <a:xfrm>
            <a:off x="9752967" y="6398361"/>
            <a:ext cx="274320" cy="274320"/>
            <a:chOff x="11001662" y="6398361"/>
            <a:chExt cx="274320" cy="274320"/>
          </a:xfrm>
        </p:grpSpPr>
        <p:sp>
          <p:nvSpPr>
            <p:cNvPr id="12" name="TextBox 11">
              <a:extLst>
                <a:ext uri="{FF2B5EF4-FFF2-40B4-BE49-F238E27FC236}">
                  <a16:creationId xmlns:a16="http://schemas.microsoft.com/office/drawing/2014/main" id="{935C37AE-9827-64E1-6747-7DBABF96EFD0}"/>
                </a:ext>
              </a:extLst>
            </p:cNvPr>
            <p:cNvSpPr txBox="1"/>
            <p:nvPr userDrawn="1"/>
          </p:nvSpPr>
          <p:spPr>
            <a:xfrm>
              <a:off x="11001662" y="6398361"/>
              <a:ext cx="274320"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oAutofit/>
            </a:bodyPr>
            <a:lstStyle/>
            <a:p>
              <a:pPr algn="ctr"/>
              <a:endParaRPr lang="en-US" sz="1200">
                <a:solidFill>
                  <a:schemeClr val="accent4"/>
                </a:solidFill>
                <a:latin typeface="+mj-lt"/>
              </a:endParaRPr>
            </a:p>
          </p:txBody>
        </p:sp>
        <p:pic>
          <p:nvPicPr>
            <p:cNvPr id="18" name="Graphic 17" descr="Home with solid fill">
              <a:hlinkClick r:id="" action="ppaction://noaction"/>
              <a:extLst>
                <a:ext uri="{FF2B5EF4-FFF2-40B4-BE49-F238E27FC236}">
                  <a16:creationId xmlns:a16="http://schemas.microsoft.com/office/drawing/2014/main" id="{3C1FE82B-D26F-7FAD-1968-60C8FDCA3AF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036918" y="6433618"/>
              <a:ext cx="203809" cy="203807"/>
            </a:xfrm>
            <a:prstGeom prst="rect">
              <a:avLst/>
            </a:prstGeom>
          </p:spPr>
        </p:pic>
      </p:grpSp>
      <p:sp>
        <p:nvSpPr>
          <p:cNvPr id="19" name="TextBox 18">
            <a:hlinkClick r:id="rId5" action="ppaction://hlinksldjump"/>
            <a:extLst>
              <a:ext uri="{FF2B5EF4-FFF2-40B4-BE49-F238E27FC236}">
                <a16:creationId xmlns:a16="http://schemas.microsoft.com/office/drawing/2014/main" id="{83D2B2D4-FD46-D938-02D2-2898785C9789}"/>
              </a:ext>
            </a:extLst>
          </p:cNvPr>
          <p:cNvSpPr txBox="1"/>
          <p:nvPr userDrawn="1"/>
        </p:nvSpPr>
        <p:spPr>
          <a:xfrm>
            <a:off x="10626114" y="6398366"/>
            <a:ext cx="275648" cy="274320"/>
          </a:xfrm>
          <a:prstGeom prst="ellipse">
            <a:avLst/>
          </a:prstGeom>
          <a:solidFill>
            <a:schemeClr val="bg1"/>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accent4"/>
                </a:solidFill>
                <a:latin typeface="+mj-lt"/>
              </a:rPr>
              <a:t>A</a:t>
            </a:r>
          </a:p>
        </p:txBody>
      </p:sp>
      <p:sp>
        <p:nvSpPr>
          <p:cNvPr id="20" name="TextBox 19">
            <a:hlinkClick r:id="" action="ppaction://noaction"/>
            <a:extLst>
              <a:ext uri="{FF2B5EF4-FFF2-40B4-BE49-F238E27FC236}">
                <a16:creationId xmlns:a16="http://schemas.microsoft.com/office/drawing/2014/main" id="{CD84FE2A-1864-7612-CC93-4919BC4837ED}"/>
              </a:ext>
            </a:extLst>
          </p:cNvPr>
          <p:cNvSpPr txBox="1"/>
          <p:nvPr userDrawn="1"/>
        </p:nvSpPr>
        <p:spPr>
          <a:xfrm>
            <a:off x="11063351" y="6399001"/>
            <a:ext cx="275648" cy="274320"/>
          </a:xfrm>
          <a:prstGeom prst="ellipse">
            <a:avLst/>
          </a:prstGeom>
          <a:solidFill>
            <a:schemeClr val="bg1"/>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accent4"/>
                </a:solidFill>
                <a:latin typeface="+mj-lt"/>
              </a:rPr>
              <a:t>B</a:t>
            </a:r>
          </a:p>
        </p:txBody>
      </p:sp>
      <p:sp>
        <p:nvSpPr>
          <p:cNvPr id="21" name="TextBox 20">
            <a:hlinkClick r:id="" action="ppaction://hlinkshowjump?jump=previousslide"/>
            <a:extLst>
              <a:ext uri="{FF2B5EF4-FFF2-40B4-BE49-F238E27FC236}">
                <a16:creationId xmlns:a16="http://schemas.microsoft.com/office/drawing/2014/main" id="{AF7D5846-58D0-4149-A729-5F46127B5499}"/>
              </a:ext>
            </a:extLst>
          </p:cNvPr>
          <p:cNvSpPr txBox="1"/>
          <p:nvPr userDrawn="1"/>
        </p:nvSpPr>
        <p:spPr>
          <a:xfrm>
            <a:off x="9315729" y="6398366"/>
            <a:ext cx="275648"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bg1"/>
                </a:solidFill>
                <a:latin typeface="+mj-lt"/>
                <a:sym typeface="Wingdings" panose="05000000000000000000" pitchFamily="2" charset="2"/>
              </a:rPr>
              <a:t></a:t>
            </a:r>
            <a:endParaRPr lang="en-US" sz="1600">
              <a:solidFill>
                <a:schemeClr val="bg1"/>
              </a:solidFill>
              <a:latin typeface="+mj-lt"/>
            </a:endParaRPr>
          </a:p>
        </p:txBody>
      </p:sp>
      <p:sp>
        <p:nvSpPr>
          <p:cNvPr id="22" name="TextBox 21">
            <a:hlinkClick r:id="" action="ppaction://hlinkshowjump?jump=nextslide"/>
            <a:extLst>
              <a:ext uri="{FF2B5EF4-FFF2-40B4-BE49-F238E27FC236}">
                <a16:creationId xmlns:a16="http://schemas.microsoft.com/office/drawing/2014/main" id="{F51258BF-EB3D-7DCF-F2B5-4FC49110AA04}"/>
              </a:ext>
            </a:extLst>
          </p:cNvPr>
          <p:cNvSpPr txBox="1"/>
          <p:nvPr userDrawn="1"/>
        </p:nvSpPr>
        <p:spPr>
          <a:xfrm>
            <a:off x="10188877" y="6398366"/>
            <a:ext cx="275648"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bg1"/>
                </a:solidFill>
                <a:latin typeface="+mj-lt"/>
                <a:sym typeface="Wingdings" panose="05000000000000000000" pitchFamily="2" charset="2"/>
              </a:rPr>
              <a:t></a:t>
            </a:r>
            <a:endParaRPr lang="en-US" sz="1600">
              <a:solidFill>
                <a:schemeClr val="bg1"/>
              </a:solidFill>
              <a:latin typeface="+mj-lt"/>
            </a:endParaRPr>
          </a:p>
        </p:txBody>
      </p:sp>
    </p:spTree>
    <p:extLst>
      <p:ext uri="{BB962C8B-B14F-4D97-AF65-F5344CB8AC3E}">
        <p14:creationId xmlns:p14="http://schemas.microsoft.com/office/powerpoint/2010/main" val="98041548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_TItle and subtitle only ">
    <p:spTree>
      <p:nvGrpSpPr>
        <p:cNvPr id="1" name=""/>
        <p:cNvGrpSpPr/>
        <p:nvPr/>
      </p:nvGrpSpPr>
      <p:grpSpPr>
        <a:xfrm>
          <a:off x="0" y="0"/>
          <a:ext cx="0" cy="0"/>
          <a:chOff x="0" y="0"/>
          <a:chExt cx="0" cy="0"/>
        </a:xfrm>
      </p:grpSpPr>
      <p:pic>
        <p:nvPicPr>
          <p:cNvPr id="4" name="Picture 3" descr="A blurry image of a person's hand&#10;&#10;Description automatically generated">
            <a:extLst>
              <a:ext uri="{FF2B5EF4-FFF2-40B4-BE49-F238E27FC236}">
                <a16:creationId xmlns:a16="http://schemas.microsoft.com/office/drawing/2014/main" id="{F5C40B06-A260-9D9D-4EAD-700D31A9650F}"/>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7" name="Title 6">
            <a:extLst>
              <a:ext uri="{FF2B5EF4-FFF2-40B4-BE49-F238E27FC236}">
                <a16:creationId xmlns:a16="http://schemas.microsoft.com/office/drawing/2014/main" id="{94584EB2-E663-4E79-1330-9D1AE176D89B}"/>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47054975-9B72-B5D8-DC2C-2A1B1887D311}"/>
              </a:ext>
            </a:extLst>
          </p:cNvPr>
          <p:cNvSpPr>
            <a:spLocks noGrp="1"/>
          </p:cNvSpPr>
          <p:nvPr>
            <p:ph type="body" sz="quarter" idx="11" hasCustomPrompt="1"/>
          </p:nvPr>
        </p:nvSpPr>
        <p:spPr>
          <a:xfrm>
            <a:off x="574675" y="941388"/>
            <a:ext cx="11018520" cy="341632"/>
          </a:xfrm>
        </p:spPr>
        <p:txBody>
          <a:bodyPr tIns="64008"/>
          <a:lstStyle>
            <a:lvl1pPr>
              <a:defRPr sz="1800">
                <a:solidFill>
                  <a:schemeClr val="tx1"/>
                </a:solidFill>
                <a:latin typeface="+mn-lt"/>
              </a:defRPr>
            </a:lvl1pPr>
          </a:lstStyle>
          <a:p>
            <a:pPr lvl="0"/>
            <a:r>
              <a:rPr lang="en-US"/>
              <a:t>Subtitle</a:t>
            </a:r>
          </a:p>
        </p:txBody>
      </p:sp>
      <p:sp>
        <p:nvSpPr>
          <p:cNvPr id="6" name="Slide Number Placeholder 4">
            <a:extLst>
              <a:ext uri="{FF2B5EF4-FFF2-40B4-BE49-F238E27FC236}">
                <a16:creationId xmlns:a16="http://schemas.microsoft.com/office/drawing/2014/main" id="{F7FBD511-C969-68A5-7F25-B20E059BB19A}"/>
              </a:ext>
            </a:extLst>
          </p:cNvPr>
          <p:cNvSpPr>
            <a:spLocks noGrp="1"/>
          </p:cNvSpPr>
          <p:nvPr>
            <p:ph type="sldNum" sz="quarter" idx="4"/>
          </p:nvPr>
        </p:nvSpPr>
        <p:spPr>
          <a:xfrm>
            <a:off x="11115040" y="6356350"/>
            <a:ext cx="781304" cy="365125"/>
          </a:xfrm>
          <a:prstGeom prst="rect">
            <a:avLst/>
          </a:prstGeom>
        </p:spPr>
        <p:txBody>
          <a:bodyPr vert="horz" lIns="91440" tIns="45720" rIns="91440" bIns="45720" rtlCol="0" anchor="ctr"/>
          <a:lstStyle>
            <a:lvl1pPr algn="r">
              <a:defRPr sz="1200">
                <a:solidFill>
                  <a:schemeClr val="tx1"/>
                </a:solidFill>
              </a:defRPr>
            </a:lvl1pPr>
          </a:lstStyle>
          <a:p>
            <a:fld id="{8F93FC27-A1D1-4A1D-8E2D-C92B07A03756}" type="slidenum">
              <a:rPr lang="en-US" smtClean="0"/>
              <a:pPr/>
              <a:t>‹#›</a:t>
            </a:fld>
            <a:endParaRPr lang="en-US"/>
          </a:p>
        </p:txBody>
      </p:sp>
      <p:grpSp>
        <p:nvGrpSpPr>
          <p:cNvPr id="11" name="Group 10">
            <a:extLst>
              <a:ext uri="{FF2B5EF4-FFF2-40B4-BE49-F238E27FC236}">
                <a16:creationId xmlns:a16="http://schemas.microsoft.com/office/drawing/2014/main" id="{D346EDE9-C829-3D1F-BFF1-AE6572001D01}"/>
              </a:ext>
            </a:extLst>
          </p:cNvPr>
          <p:cNvGrpSpPr/>
          <p:nvPr userDrawn="1"/>
        </p:nvGrpSpPr>
        <p:grpSpPr>
          <a:xfrm>
            <a:off x="9752967" y="6398361"/>
            <a:ext cx="274320" cy="274320"/>
            <a:chOff x="11001662" y="6398361"/>
            <a:chExt cx="274320" cy="274320"/>
          </a:xfrm>
        </p:grpSpPr>
        <p:sp>
          <p:nvSpPr>
            <p:cNvPr id="12" name="TextBox 11">
              <a:extLst>
                <a:ext uri="{FF2B5EF4-FFF2-40B4-BE49-F238E27FC236}">
                  <a16:creationId xmlns:a16="http://schemas.microsoft.com/office/drawing/2014/main" id="{701DD52C-A2A1-3F3A-0799-E9544C2130D3}"/>
                </a:ext>
              </a:extLst>
            </p:cNvPr>
            <p:cNvSpPr txBox="1"/>
            <p:nvPr userDrawn="1"/>
          </p:nvSpPr>
          <p:spPr>
            <a:xfrm>
              <a:off x="11001662" y="6398361"/>
              <a:ext cx="274320"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oAutofit/>
            </a:bodyPr>
            <a:lstStyle/>
            <a:p>
              <a:pPr algn="ctr"/>
              <a:endParaRPr lang="en-US" sz="1200">
                <a:solidFill>
                  <a:schemeClr val="accent4"/>
                </a:solidFill>
                <a:latin typeface="+mj-lt"/>
              </a:endParaRPr>
            </a:p>
          </p:txBody>
        </p:sp>
        <p:pic>
          <p:nvPicPr>
            <p:cNvPr id="18" name="Graphic 17" descr="Home with solid fill">
              <a:hlinkClick r:id="" action="ppaction://noaction"/>
              <a:extLst>
                <a:ext uri="{FF2B5EF4-FFF2-40B4-BE49-F238E27FC236}">
                  <a16:creationId xmlns:a16="http://schemas.microsoft.com/office/drawing/2014/main" id="{FDCB1B34-1EE9-0141-E020-66DA11161FC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036918" y="6433618"/>
              <a:ext cx="203809" cy="203807"/>
            </a:xfrm>
            <a:prstGeom prst="rect">
              <a:avLst/>
            </a:prstGeom>
          </p:spPr>
        </p:pic>
      </p:grpSp>
      <p:sp>
        <p:nvSpPr>
          <p:cNvPr id="19" name="TextBox 18">
            <a:hlinkClick r:id="rId5" action="ppaction://hlinksldjump"/>
            <a:extLst>
              <a:ext uri="{FF2B5EF4-FFF2-40B4-BE49-F238E27FC236}">
                <a16:creationId xmlns:a16="http://schemas.microsoft.com/office/drawing/2014/main" id="{C0CE582C-D863-D08E-1766-86AEAB36DD7C}"/>
              </a:ext>
            </a:extLst>
          </p:cNvPr>
          <p:cNvSpPr txBox="1"/>
          <p:nvPr userDrawn="1"/>
        </p:nvSpPr>
        <p:spPr>
          <a:xfrm>
            <a:off x="10626114" y="6398366"/>
            <a:ext cx="275648" cy="274320"/>
          </a:xfrm>
          <a:prstGeom prst="ellipse">
            <a:avLst/>
          </a:prstGeom>
          <a:solidFill>
            <a:schemeClr val="bg1"/>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accent4"/>
                </a:solidFill>
                <a:latin typeface="+mj-lt"/>
              </a:rPr>
              <a:t>A</a:t>
            </a:r>
          </a:p>
        </p:txBody>
      </p:sp>
      <p:sp>
        <p:nvSpPr>
          <p:cNvPr id="20" name="TextBox 19">
            <a:hlinkClick r:id="" action="ppaction://noaction"/>
            <a:extLst>
              <a:ext uri="{FF2B5EF4-FFF2-40B4-BE49-F238E27FC236}">
                <a16:creationId xmlns:a16="http://schemas.microsoft.com/office/drawing/2014/main" id="{DA4C47B3-5A1D-1DA5-B9F4-EED7BD709046}"/>
              </a:ext>
            </a:extLst>
          </p:cNvPr>
          <p:cNvSpPr txBox="1"/>
          <p:nvPr userDrawn="1"/>
        </p:nvSpPr>
        <p:spPr>
          <a:xfrm>
            <a:off x="11063351" y="6399001"/>
            <a:ext cx="275648" cy="274320"/>
          </a:xfrm>
          <a:prstGeom prst="ellipse">
            <a:avLst/>
          </a:prstGeom>
          <a:solidFill>
            <a:schemeClr val="bg1"/>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accent4"/>
                </a:solidFill>
                <a:latin typeface="+mj-lt"/>
              </a:rPr>
              <a:t>B</a:t>
            </a:r>
          </a:p>
        </p:txBody>
      </p:sp>
      <p:sp>
        <p:nvSpPr>
          <p:cNvPr id="21" name="TextBox 20">
            <a:hlinkClick r:id="" action="ppaction://hlinkshowjump?jump=previousslide"/>
            <a:extLst>
              <a:ext uri="{FF2B5EF4-FFF2-40B4-BE49-F238E27FC236}">
                <a16:creationId xmlns:a16="http://schemas.microsoft.com/office/drawing/2014/main" id="{286E7D42-3190-EA93-B956-0842E856D9BB}"/>
              </a:ext>
            </a:extLst>
          </p:cNvPr>
          <p:cNvSpPr txBox="1"/>
          <p:nvPr userDrawn="1"/>
        </p:nvSpPr>
        <p:spPr>
          <a:xfrm>
            <a:off x="9315729" y="6398366"/>
            <a:ext cx="275648"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bg1"/>
                </a:solidFill>
                <a:latin typeface="+mj-lt"/>
                <a:sym typeface="Wingdings" panose="05000000000000000000" pitchFamily="2" charset="2"/>
              </a:rPr>
              <a:t></a:t>
            </a:r>
            <a:endParaRPr lang="en-US" sz="1600">
              <a:solidFill>
                <a:schemeClr val="bg1"/>
              </a:solidFill>
              <a:latin typeface="+mj-lt"/>
            </a:endParaRPr>
          </a:p>
        </p:txBody>
      </p:sp>
      <p:sp>
        <p:nvSpPr>
          <p:cNvPr id="22" name="TextBox 21">
            <a:hlinkClick r:id="" action="ppaction://hlinkshowjump?jump=nextslide"/>
            <a:extLst>
              <a:ext uri="{FF2B5EF4-FFF2-40B4-BE49-F238E27FC236}">
                <a16:creationId xmlns:a16="http://schemas.microsoft.com/office/drawing/2014/main" id="{2C71B24C-6D3A-A1E2-6A11-BC508EA01615}"/>
              </a:ext>
            </a:extLst>
          </p:cNvPr>
          <p:cNvSpPr txBox="1"/>
          <p:nvPr userDrawn="1"/>
        </p:nvSpPr>
        <p:spPr>
          <a:xfrm>
            <a:off x="10188877" y="6398366"/>
            <a:ext cx="275648"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bg1"/>
                </a:solidFill>
                <a:latin typeface="+mj-lt"/>
                <a:sym typeface="Wingdings" panose="05000000000000000000" pitchFamily="2" charset="2"/>
              </a:rPr>
              <a:t></a:t>
            </a:r>
            <a:endParaRPr lang="en-US" sz="1600">
              <a:solidFill>
                <a:schemeClr val="bg1"/>
              </a:solidFill>
              <a:latin typeface="+mj-lt"/>
            </a:endParaRPr>
          </a:p>
        </p:txBody>
      </p:sp>
    </p:spTree>
    <p:extLst>
      <p:ext uri="{BB962C8B-B14F-4D97-AF65-F5344CB8AC3E}">
        <p14:creationId xmlns:p14="http://schemas.microsoft.com/office/powerpoint/2010/main" val="340867992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Eyebrow and title only">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FDF0EE6-10BF-3375-600E-D7D82456A675}"/>
              </a:ext>
            </a:extLst>
          </p:cNvPr>
          <p:cNvGrpSpPr/>
          <p:nvPr userDrawn="1"/>
        </p:nvGrpSpPr>
        <p:grpSpPr>
          <a:xfrm>
            <a:off x="0" y="0"/>
            <a:ext cx="12192000" cy="6858000"/>
            <a:chOff x="0" y="0"/>
            <a:chExt cx="12192000" cy="6858000"/>
          </a:xfrm>
        </p:grpSpPr>
        <p:pic>
          <p:nvPicPr>
            <p:cNvPr id="5" name="Picture 4" descr="A blurry image of a person's hand&#10;&#10;Description automatically generated">
              <a:extLst>
                <a:ext uri="{FF2B5EF4-FFF2-40B4-BE49-F238E27FC236}">
                  <a16:creationId xmlns:a16="http://schemas.microsoft.com/office/drawing/2014/main" id="{5594B1F8-FC13-CF06-C949-7E92A50B1644}"/>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a:stretch/>
          </p:blipFill>
          <p:spPr>
            <a:xfrm>
              <a:off x="0" y="0"/>
              <a:ext cx="12192000" cy="6692900"/>
            </a:xfrm>
            <a:prstGeom prst="rect">
              <a:avLst/>
            </a:prstGeom>
          </p:spPr>
        </p:pic>
        <p:sp>
          <p:nvSpPr>
            <p:cNvPr id="7" name="Rectangle 6">
              <a:extLst>
                <a:ext uri="{FF2B5EF4-FFF2-40B4-BE49-F238E27FC236}">
                  <a16:creationId xmlns:a16="http://schemas.microsoft.com/office/drawing/2014/main" id="{F3218ED4-3869-4937-C6A4-76DB2C1B9A43}"/>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5C45BD7-3F2C-830D-5256-48E37AFC511B}"/>
              </a:ext>
            </a:extLst>
          </p:cNvPr>
          <p:cNvSpPr>
            <a:spLocks noGrp="1"/>
          </p:cNvSpPr>
          <p:nvPr>
            <p:ph type="title"/>
          </p:nvPr>
        </p:nvSpPr>
        <p:spPr>
          <a:xfrm>
            <a:off x="574816" y="510988"/>
            <a:ext cx="11018520" cy="430887"/>
          </a:xfrm>
        </p:spPr>
        <p:txBody>
          <a:bodyPr/>
          <a:lstStyle/>
          <a:p>
            <a:r>
              <a:rPr lang="en-US"/>
              <a:t>Click to edit Master title style</a:t>
            </a:r>
          </a:p>
        </p:txBody>
      </p:sp>
      <p:sp>
        <p:nvSpPr>
          <p:cNvPr id="3" name="Eyebrow placeholder">
            <a:extLst>
              <a:ext uri="{FF2B5EF4-FFF2-40B4-BE49-F238E27FC236}">
                <a16:creationId xmlns:a16="http://schemas.microsoft.com/office/drawing/2014/main" id="{23E98592-EE2D-456F-76E2-F8BED7A0F24B}"/>
              </a:ext>
            </a:extLst>
          </p:cNvPr>
          <p:cNvSpPr>
            <a:spLocks noGrp="1"/>
          </p:cNvSpPr>
          <p:nvPr>
            <p:ph type="body" sz="quarter" idx="10"/>
          </p:nvPr>
        </p:nvSpPr>
        <p:spPr>
          <a:xfrm>
            <a:off x="574816" y="246888"/>
            <a:ext cx="11018838" cy="246221"/>
          </a:xfrm>
        </p:spPr>
        <p:txBody>
          <a:bodyPr/>
          <a:lstStyle>
            <a:lvl1pPr marL="0" indent="0">
              <a:buNone/>
              <a:defRPr sz="1600">
                <a:solidFill>
                  <a:schemeClr val="accent2"/>
                </a:solidFill>
                <a:latin typeface="+mj-lt"/>
              </a:defRPr>
            </a:lvl1pPr>
          </a:lstStyle>
          <a:p>
            <a:pPr lvl="0"/>
            <a:r>
              <a:rPr lang="en-US"/>
              <a:t>Click to edit Master text styles</a:t>
            </a:r>
          </a:p>
        </p:txBody>
      </p:sp>
      <p:sp>
        <p:nvSpPr>
          <p:cNvPr id="6" name="Slide Number Placeholder 4">
            <a:extLst>
              <a:ext uri="{FF2B5EF4-FFF2-40B4-BE49-F238E27FC236}">
                <a16:creationId xmlns:a16="http://schemas.microsoft.com/office/drawing/2014/main" id="{93B14476-C310-377E-9A79-4B21FCBADCBF}"/>
              </a:ext>
            </a:extLst>
          </p:cNvPr>
          <p:cNvSpPr>
            <a:spLocks noGrp="1"/>
          </p:cNvSpPr>
          <p:nvPr>
            <p:ph type="sldNum" sz="quarter" idx="4"/>
          </p:nvPr>
        </p:nvSpPr>
        <p:spPr>
          <a:xfrm>
            <a:off x="11115040" y="6356350"/>
            <a:ext cx="781304" cy="365125"/>
          </a:xfrm>
          <a:prstGeom prst="rect">
            <a:avLst/>
          </a:prstGeom>
        </p:spPr>
        <p:txBody>
          <a:bodyPr vert="horz" lIns="91440" tIns="45720" rIns="91440" bIns="45720" rtlCol="0" anchor="ctr"/>
          <a:lstStyle>
            <a:lvl1pPr algn="r">
              <a:defRPr sz="1200">
                <a:solidFill>
                  <a:schemeClr val="tx1"/>
                </a:solidFill>
              </a:defRPr>
            </a:lvl1pPr>
          </a:lstStyle>
          <a:p>
            <a:fld id="{8F93FC27-A1D1-4A1D-8E2D-C92B07A03756}" type="slidenum">
              <a:rPr lang="en-US" smtClean="0"/>
              <a:pPr/>
              <a:t>‹#›</a:t>
            </a:fld>
            <a:endParaRPr lang="en-US"/>
          </a:p>
        </p:txBody>
      </p:sp>
    </p:spTree>
    <p:extLst>
      <p:ext uri="{BB962C8B-B14F-4D97-AF65-F5344CB8AC3E}">
        <p14:creationId xmlns:p14="http://schemas.microsoft.com/office/powerpoint/2010/main" val="1937378402"/>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and Content half width">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8DF1E218-2AA9-E59E-CD79-58EC82F9A527}"/>
              </a:ext>
            </a:extLst>
          </p:cNvPr>
          <p:cNvGrpSpPr/>
          <p:nvPr userDrawn="1"/>
        </p:nvGrpSpPr>
        <p:grpSpPr>
          <a:xfrm>
            <a:off x="0" y="0"/>
            <a:ext cx="12192000" cy="6858000"/>
            <a:chOff x="0" y="0"/>
            <a:chExt cx="12192000" cy="6858000"/>
          </a:xfrm>
        </p:grpSpPr>
        <p:pic>
          <p:nvPicPr>
            <p:cNvPr id="2" name="Picture 1" descr="A blurry image of a person's hand&#10;&#10;Description automatically generated">
              <a:extLst>
                <a:ext uri="{FF2B5EF4-FFF2-40B4-BE49-F238E27FC236}">
                  <a16:creationId xmlns:a16="http://schemas.microsoft.com/office/drawing/2014/main" id="{D5AAD626-0FF6-FBA0-BA7F-1E92B7248346}"/>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a:stretch/>
          </p:blipFill>
          <p:spPr>
            <a:xfrm>
              <a:off x="0" y="0"/>
              <a:ext cx="12192000" cy="6692900"/>
            </a:xfrm>
            <a:prstGeom prst="rect">
              <a:avLst/>
            </a:prstGeom>
          </p:spPr>
        </p:pic>
        <p:sp>
          <p:nvSpPr>
            <p:cNvPr id="5" name="Rectangle 4">
              <a:extLst>
                <a:ext uri="{FF2B5EF4-FFF2-40B4-BE49-F238E27FC236}">
                  <a16:creationId xmlns:a16="http://schemas.microsoft.com/office/drawing/2014/main" id="{9664BF0F-965B-5914-4627-2C9273E020F2}"/>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itle 2">
            <a:extLst>
              <a:ext uri="{FF2B5EF4-FFF2-40B4-BE49-F238E27FC236}">
                <a16:creationId xmlns:a16="http://schemas.microsoft.com/office/drawing/2014/main" id="{3A2DD64C-91AA-0F9F-782C-C9626477CBF5}"/>
              </a:ext>
            </a:extLst>
          </p:cNvPr>
          <p:cNvSpPr>
            <a:spLocks noGrp="1"/>
          </p:cNvSpPr>
          <p:nvPr>
            <p:ph type="title" hasCustomPrompt="1"/>
          </p:nvPr>
        </p:nvSpPr>
        <p:spPr>
          <a:xfrm>
            <a:off x="574816" y="510988"/>
            <a:ext cx="5573741" cy="861774"/>
          </a:xfrm>
        </p:spPr>
        <p:txBody>
          <a:bodyPr/>
          <a:lstStyle>
            <a:lvl1pPr>
              <a:defRPr/>
            </a:lvl1pPr>
          </a:lstStyle>
          <a:p>
            <a:r>
              <a:rPr lang="en-US"/>
              <a:t>Click to edit Master </a:t>
            </a:r>
            <a:br>
              <a:rPr lang="en-US"/>
            </a:br>
            <a:r>
              <a:rPr lang="en-US"/>
              <a:t>title style</a:t>
            </a:r>
          </a:p>
        </p:txBody>
      </p:sp>
      <p:sp>
        <p:nvSpPr>
          <p:cNvPr id="6" name="Text Placeholder 5">
            <a:extLst>
              <a:ext uri="{FF2B5EF4-FFF2-40B4-BE49-F238E27FC236}">
                <a16:creationId xmlns:a16="http://schemas.microsoft.com/office/drawing/2014/main" id="{B9DAEE96-3FBA-ED5E-8648-B6963189A336}"/>
              </a:ext>
            </a:extLst>
          </p:cNvPr>
          <p:cNvSpPr>
            <a:spLocks noGrp="1"/>
          </p:cNvSpPr>
          <p:nvPr>
            <p:ph type="body" sz="quarter" idx="10"/>
          </p:nvPr>
        </p:nvSpPr>
        <p:spPr>
          <a:xfrm>
            <a:off x="584200" y="1908969"/>
            <a:ext cx="5577114" cy="3146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0">
            <a:extLst>
              <a:ext uri="{FF2B5EF4-FFF2-40B4-BE49-F238E27FC236}">
                <a16:creationId xmlns:a16="http://schemas.microsoft.com/office/drawing/2014/main" id="{DD1BEEC7-5874-1E48-8B60-B1E5D9779C29}"/>
              </a:ext>
            </a:extLst>
          </p:cNvPr>
          <p:cNvSpPr>
            <a:spLocks noGrp="1"/>
          </p:cNvSpPr>
          <p:nvPr>
            <p:ph type="ftr" sz="quarter" idx="3"/>
          </p:nvPr>
        </p:nvSpPr>
        <p:spPr>
          <a:xfrm>
            <a:off x="584201" y="6441202"/>
            <a:ext cx="11025188" cy="123111"/>
          </a:xfrm>
          <a:prstGeom prst="rect">
            <a:avLst/>
          </a:prstGeom>
        </p:spPr>
        <p:txBody>
          <a:bodyPr lIns="0" tIns="0" rIns="0" bIns="0" anchor="b" anchorCtr="0">
            <a:spAutoFit/>
          </a:bodyPr>
          <a:lstStyle>
            <a:lvl1pPr>
              <a:defRPr sz="800">
                <a:solidFill>
                  <a:srgbClr val="000000"/>
                </a:solidFill>
              </a:defRPr>
            </a:lvl1pPr>
          </a:lstStyle>
          <a:p>
            <a:pPr>
              <a:tabLst>
                <a:tab pos="11029950" algn="r"/>
              </a:tabLst>
            </a:pPr>
            <a:endParaRPr lang="en-US"/>
          </a:p>
        </p:txBody>
      </p:sp>
      <p:sp>
        <p:nvSpPr>
          <p:cNvPr id="8" name="Slide Number Placeholder 4">
            <a:extLst>
              <a:ext uri="{FF2B5EF4-FFF2-40B4-BE49-F238E27FC236}">
                <a16:creationId xmlns:a16="http://schemas.microsoft.com/office/drawing/2014/main" id="{D4FC2733-4549-1D6E-C0AF-E1EDBFE2B0D6}"/>
              </a:ext>
            </a:extLst>
          </p:cNvPr>
          <p:cNvSpPr>
            <a:spLocks noGrp="1"/>
          </p:cNvSpPr>
          <p:nvPr>
            <p:ph type="sldNum" sz="quarter" idx="4"/>
          </p:nvPr>
        </p:nvSpPr>
        <p:spPr>
          <a:xfrm>
            <a:off x="11115040" y="6356350"/>
            <a:ext cx="781304" cy="365125"/>
          </a:xfrm>
          <a:prstGeom prst="rect">
            <a:avLst/>
          </a:prstGeom>
        </p:spPr>
        <p:txBody>
          <a:bodyPr vert="horz" lIns="91440" tIns="45720" rIns="91440" bIns="45720" rtlCol="0" anchor="ctr"/>
          <a:lstStyle>
            <a:lvl1pPr algn="r">
              <a:defRPr sz="1200">
                <a:solidFill>
                  <a:schemeClr val="tx1"/>
                </a:solidFill>
              </a:defRPr>
            </a:lvl1pPr>
          </a:lstStyle>
          <a:p>
            <a:fld id="{8F93FC27-A1D1-4A1D-8E2D-C92B07A03756}" type="slidenum">
              <a:rPr lang="en-US" smtClean="0"/>
              <a:pPr/>
              <a:t>‹#›</a:t>
            </a:fld>
            <a:endParaRPr lang="en-US"/>
          </a:p>
        </p:txBody>
      </p:sp>
    </p:spTree>
    <p:extLst>
      <p:ext uri="{BB962C8B-B14F-4D97-AF65-F5344CB8AC3E}">
        <p14:creationId xmlns:p14="http://schemas.microsoft.com/office/powerpoint/2010/main" val="111330384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Half white half gradien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3B630B-98F0-A558-44D6-C08F95FB3C1E}"/>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BEBA8EAE-BF5A-486C-A8C5-ECC9F3942E4B}">
                <a14:imgProps xmlns:a14="http://schemas.microsoft.com/office/drawing/2010/main">
                  <a14:imgLayer r:embed="rId3">
                    <a14:imgEffect>
                      <a14:artisticBlur radius="75"/>
                    </a14:imgEffect>
                  </a14:imgLayer>
                </a14:imgProps>
              </a:ext>
              <a:ext uri="{28A0092B-C50C-407E-A947-70E740481C1C}">
                <a14:useLocalDpi xmlns:a14="http://schemas.microsoft.com/office/drawing/2010/main"/>
              </a:ext>
            </a:extLst>
          </a:blip>
          <a:srcRect/>
          <a:stretch/>
        </p:blipFill>
        <p:spPr>
          <a:xfrm>
            <a:off x="0" y="0"/>
            <a:ext cx="12192000" cy="6692900"/>
          </a:xfrm>
          <a:prstGeom prst="rect">
            <a:avLst/>
          </a:prstGeom>
        </p:spPr>
      </p:pic>
      <p:sp>
        <p:nvSpPr>
          <p:cNvPr id="2" name="Rectangle 1">
            <a:extLst>
              <a:ext uri="{FF2B5EF4-FFF2-40B4-BE49-F238E27FC236}">
                <a16:creationId xmlns:a16="http://schemas.microsoft.com/office/drawing/2014/main" id="{173B2449-29BC-FA3D-8E8C-DCCEE8B99D26}"/>
              </a:ext>
              <a:ext uri="{C183D7F6-B498-43B3-948B-1728B52AA6E4}">
                <adec:decorative xmlns:adec="http://schemas.microsoft.com/office/drawing/2017/decorative" val="1"/>
              </a:ext>
            </a:extLst>
          </p:cNvPr>
          <p:cNvSpPr/>
          <p:nvPr userDrawn="1"/>
        </p:nvSpPr>
        <p:spPr>
          <a:xfrm>
            <a:off x="-5081" y="0"/>
            <a:ext cx="5883367" cy="67754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sz="quarter" idx="10"/>
          </p:nvPr>
        </p:nvSpPr>
        <p:spPr>
          <a:xfrm>
            <a:off x="574816" y="1828801"/>
            <a:ext cx="4599528" cy="4171950"/>
          </a:xfrm>
        </p:spPr>
        <p:txBody>
          <a:bodyPr>
            <a:noAutofit/>
          </a:bodyPr>
          <a:lstStyle>
            <a:lvl1pPr marL="0" indent="0">
              <a:lnSpc>
                <a:spcPct val="100000"/>
              </a:lnSpc>
              <a:spcBef>
                <a:spcPts val="1600"/>
              </a:spcBef>
              <a:buNone/>
              <a:defRPr sz="1600">
                <a:solidFill>
                  <a:schemeClr val="accent2"/>
                </a:solidFill>
                <a:latin typeface="+mj-lt"/>
              </a:defRPr>
            </a:lvl1pPr>
            <a:lvl2pPr marL="0" indent="0">
              <a:lnSpc>
                <a:spcPct val="100000"/>
              </a:lnSpc>
              <a:spcBef>
                <a:spcPts val="900"/>
              </a:spcBef>
              <a:buNone/>
              <a:defRPr sz="1400">
                <a:solidFill>
                  <a:srgbClr val="000000"/>
                </a:solidFill>
              </a:defRPr>
            </a:lvl2pPr>
            <a:lvl3pPr>
              <a:lnSpc>
                <a:spcPct val="100000"/>
              </a:lnSpc>
              <a:defRPr sz="1401">
                <a:solidFill>
                  <a:srgbClr val="000000"/>
                </a:solidFill>
              </a:defRPr>
            </a:lvl3pPr>
            <a:lvl4pPr>
              <a:lnSpc>
                <a:spcPct val="100000"/>
              </a:lnSpc>
              <a:defRPr sz="1200">
                <a:solidFill>
                  <a:srgbClr val="000000"/>
                </a:solidFill>
              </a:defRPr>
            </a:lvl4pPr>
            <a:lvl5pPr>
              <a:lnSpc>
                <a:spcPct val="100000"/>
              </a:lnSpc>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 uri="{C183D7F6-B498-43B3-948B-1728B52AA6E4}">
                <adec:decorative xmlns:adec="http://schemas.microsoft.com/office/drawing/2017/decorative" val="1"/>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A0B9A94C-F8F8-2A22-B125-7808DDC912F3}"/>
              </a:ext>
            </a:extLst>
          </p:cNvPr>
          <p:cNvSpPr>
            <a:spLocks noGrp="1"/>
          </p:cNvSpPr>
          <p:nvPr>
            <p:ph type="title"/>
          </p:nvPr>
        </p:nvSpPr>
        <p:spPr>
          <a:xfrm>
            <a:off x="574816" y="510988"/>
            <a:ext cx="4744670" cy="430887"/>
          </a:xfrm>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31EF2119-5603-F331-9581-10F473DFB139}"/>
              </a:ext>
            </a:extLst>
          </p:cNvPr>
          <p:cNvSpPr>
            <a:spLocks noGrp="1"/>
          </p:cNvSpPr>
          <p:nvPr>
            <p:ph type="sldNum" sz="quarter" idx="4"/>
          </p:nvPr>
        </p:nvSpPr>
        <p:spPr>
          <a:xfrm>
            <a:off x="11115040" y="6356350"/>
            <a:ext cx="781304" cy="365125"/>
          </a:xfrm>
          <a:prstGeom prst="rect">
            <a:avLst/>
          </a:prstGeom>
        </p:spPr>
        <p:txBody>
          <a:bodyPr vert="horz" lIns="91440" tIns="45720" rIns="91440" bIns="45720" rtlCol="0" anchor="ctr"/>
          <a:lstStyle>
            <a:lvl1pPr algn="r">
              <a:defRPr sz="1200">
                <a:solidFill>
                  <a:schemeClr val="tx1"/>
                </a:solidFill>
              </a:defRPr>
            </a:lvl1pPr>
          </a:lstStyle>
          <a:p>
            <a:fld id="{8F93FC27-A1D1-4A1D-8E2D-C92B07A03756}" type="slidenum">
              <a:rPr lang="en-US" smtClean="0"/>
              <a:pPr/>
              <a:t>‹#›</a:t>
            </a:fld>
            <a:endParaRPr lang="en-US"/>
          </a:p>
        </p:txBody>
      </p:sp>
      <p:grpSp>
        <p:nvGrpSpPr>
          <p:cNvPr id="18" name="Group 17">
            <a:extLst>
              <a:ext uri="{FF2B5EF4-FFF2-40B4-BE49-F238E27FC236}">
                <a16:creationId xmlns:a16="http://schemas.microsoft.com/office/drawing/2014/main" id="{06ACC869-7BAE-BA8F-2F06-2D0240BD7FF6}"/>
              </a:ext>
            </a:extLst>
          </p:cNvPr>
          <p:cNvGrpSpPr/>
          <p:nvPr userDrawn="1"/>
        </p:nvGrpSpPr>
        <p:grpSpPr>
          <a:xfrm>
            <a:off x="9752967" y="6398361"/>
            <a:ext cx="274320" cy="274320"/>
            <a:chOff x="11001662" y="6398361"/>
            <a:chExt cx="274320" cy="274320"/>
          </a:xfrm>
        </p:grpSpPr>
        <p:sp>
          <p:nvSpPr>
            <p:cNvPr id="19" name="TextBox 18">
              <a:extLst>
                <a:ext uri="{FF2B5EF4-FFF2-40B4-BE49-F238E27FC236}">
                  <a16:creationId xmlns:a16="http://schemas.microsoft.com/office/drawing/2014/main" id="{BBEA7FD3-1764-EEE4-D230-CAD8A235C65A}"/>
                </a:ext>
              </a:extLst>
            </p:cNvPr>
            <p:cNvSpPr txBox="1"/>
            <p:nvPr userDrawn="1"/>
          </p:nvSpPr>
          <p:spPr>
            <a:xfrm>
              <a:off x="11001662" y="6398361"/>
              <a:ext cx="274320"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oAutofit/>
            </a:bodyPr>
            <a:lstStyle/>
            <a:p>
              <a:pPr algn="ctr"/>
              <a:endParaRPr lang="en-US" sz="1200">
                <a:solidFill>
                  <a:schemeClr val="accent4"/>
                </a:solidFill>
                <a:latin typeface="+mj-lt"/>
              </a:endParaRPr>
            </a:p>
          </p:txBody>
        </p:sp>
        <p:pic>
          <p:nvPicPr>
            <p:cNvPr id="20" name="Graphic 19" descr="Home with solid fill">
              <a:hlinkClick r:id="" action="ppaction://noaction"/>
              <a:extLst>
                <a:ext uri="{FF2B5EF4-FFF2-40B4-BE49-F238E27FC236}">
                  <a16:creationId xmlns:a16="http://schemas.microsoft.com/office/drawing/2014/main" id="{081BE5B5-F3DF-55D0-A243-93D39A3C9A8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036918" y="6433618"/>
              <a:ext cx="203809" cy="203807"/>
            </a:xfrm>
            <a:prstGeom prst="rect">
              <a:avLst/>
            </a:prstGeom>
          </p:spPr>
        </p:pic>
      </p:grpSp>
      <p:sp>
        <p:nvSpPr>
          <p:cNvPr id="21" name="TextBox 20">
            <a:hlinkClick r:id="rId5" action="ppaction://hlinksldjump"/>
            <a:extLst>
              <a:ext uri="{FF2B5EF4-FFF2-40B4-BE49-F238E27FC236}">
                <a16:creationId xmlns:a16="http://schemas.microsoft.com/office/drawing/2014/main" id="{944590A2-6E69-1D7A-FC1D-13F116627A0B}"/>
              </a:ext>
            </a:extLst>
          </p:cNvPr>
          <p:cNvSpPr txBox="1"/>
          <p:nvPr userDrawn="1"/>
        </p:nvSpPr>
        <p:spPr>
          <a:xfrm>
            <a:off x="10626114" y="6398366"/>
            <a:ext cx="275648" cy="274320"/>
          </a:xfrm>
          <a:prstGeom prst="ellipse">
            <a:avLst/>
          </a:prstGeom>
          <a:solidFill>
            <a:schemeClr val="bg1"/>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accent4"/>
                </a:solidFill>
                <a:latin typeface="+mj-lt"/>
              </a:rPr>
              <a:t>A</a:t>
            </a:r>
          </a:p>
        </p:txBody>
      </p:sp>
      <p:sp>
        <p:nvSpPr>
          <p:cNvPr id="22" name="TextBox 21">
            <a:hlinkClick r:id="" action="ppaction://noaction"/>
            <a:extLst>
              <a:ext uri="{FF2B5EF4-FFF2-40B4-BE49-F238E27FC236}">
                <a16:creationId xmlns:a16="http://schemas.microsoft.com/office/drawing/2014/main" id="{1A250786-6F35-D1FA-1E2C-86D8274B12E1}"/>
              </a:ext>
            </a:extLst>
          </p:cNvPr>
          <p:cNvSpPr txBox="1"/>
          <p:nvPr userDrawn="1"/>
        </p:nvSpPr>
        <p:spPr>
          <a:xfrm>
            <a:off x="11063351" y="6399001"/>
            <a:ext cx="275648" cy="274320"/>
          </a:xfrm>
          <a:prstGeom prst="ellipse">
            <a:avLst/>
          </a:prstGeom>
          <a:solidFill>
            <a:schemeClr val="bg1"/>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accent4"/>
                </a:solidFill>
                <a:latin typeface="+mj-lt"/>
              </a:rPr>
              <a:t>B</a:t>
            </a:r>
          </a:p>
        </p:txBody>
      </p:sp>
      <p:sp>
        <p:nvSpPr>
          <p:cNvPr id="23" name="TextBox 22">
            <a:hlinkClick r:id="" action="ppaction://hlinkshowjump?jump=previousslide"/>
            <a:extLst>
              <a:ext uri="{FF2B5EF4-FFF2-40B4-BE49-F238E27FC236}">
                <a16:creationId xmlns:a16="http://schemas.microsoft.com/office/drawing/2014/main" id="{CEB975F5-0402-9906-381C-00AA1BB22596}"/>
              </a:ext>
            </a:extLst>
          </p:cNvPr>
          <p:cNvSpPr txBox="1"/>
          <p:nvPr userDrawn="1"/>
        </p:nvSpPr>
        <p:spPr>
          <a:xfrm>
            <a:off x="9315729" y="6398366"/>
            <a:ext cx="275648"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bg1"/>
                </a:solidFill>
                <a:latin typeface="+mj-lt"/>
                <a:sym typeface="Wingdings" panose="05000000000000000000" pitchFamily="2" charset="2"/>
              </a:rPr>
              <a:t></a:t>
            </a:r>
            <a:endParaRPr lang="en-US" sz="1600">
              <a:solidFill>
                <a:schemeClr val="bg1"/>
              </a:solidFill>
              <a:latin typeface="+mj-lt"/>
            </a:endParaRPr>
          </a:p>
        </p:txBody>
      </p:sp>
      <p:sp>
        <p:nvSpPr>
          <p:cNvPr id="24" name="TextBox 23">
            <a:hlinkClick r:id="" action="ppaction://hlinkshowjump?jump=nextslide"/>
            <a:extLst>
              <a:ext uri="{FF2B5EF4-FFF2-40B4-BE49-F238E27FC236}">
                <a16:creationId xmlns:a16="http://schemas.microsoft.com/office/drawing/2014/main" id="{788A3C86-9938-17BF-67E3-8842B164FCB7}"/>
              </a:ext>
            </a:extLst>
          </p:cNvPr>
          <p:cNvSpPr txBox="1"/>
          <p:nvPr userDrawn="1"/>
        </p:nvSpPr>
        <p:spPr>
          <a:xfrm>
            <a:off x="10188877" y="6398366"/>
            <a:ext cx="275648"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bg1"/>
                </a:solidFill>
                <a:latin typeface="+mj-lt"/>
                <a:sym typeface="Wingdings" panose="05000000000000000000" pitchFamily="2" charset="2"/>
              </a:rPr>
              <a:t></a:t>
            </a:r>
            <a:endParaRPr lang="en-US" sz="1600">
              <a:solidFill>
                <a:schemeClr val="bg1"/>
              </a:solidFill>
              <a:latin typeface="+mj-lt"/>
            </a:endParaRPr>
          </a:p>
        </p:txBody>
      </p:sp>
    </p:spTree>
    <p:extLst>
      <p:ext uri="{BB962C8B-B14F-4D97-AF65-F5344CB8AC3E}">
        <p14:creationId xmlns:p14="http://schemas.microsoft.com/office/powerpoint/2010/main" val="4247071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hird white half gradi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3B2449-29BC-FA3D-8E8C-DCCEE8B99D26}"/>
              </a:ext>
              <a:ext uri="{C183D7F6-B498-43B3-948B-1728B52AA6E4}">
                <adec:decorative xmlns:adec="http://schemas.microsoft.com/office/drawing/2017/decorative" val="1"/>
              </a:ext>
            </a:extLst>
          </p:cNvPr>
          <p:cNvSpPr/>
          <p:nvPr userDrawn="1"/>
        </p:nvSpPr>
        <p:spPr>
          <a:xfrm>
            <a:off x="-5080" y="0"/>
            <a:ext cx="4356100" cy="6858000"/>
          </a:xfrm>
          <a:prstGeom prst="rect">
            <a:avLst/>
          </a:prstGeom>
          <a:gradFill flip="none" rotWithShape="1">
            <a:gsLst>
              <a:gs pos="11000">
                <a:schemeClr val="accent4"/>
              </a:gs>
              <a:gs pos="100000">
                <a:srgbClr val="C03BC4"/>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sz="quarter" idx="10"/>
          </p:nvPr>
        </p:nvSpPr>
        <p:spPr>
          <a:xfrm>
            <a:off x="574816" y="1446836"/>
            <a:ext cx="3418450" cy="4171950"/>
          </a:xfrm>
        </p:spPr>
        <p:txBody>
          <a:bodyPr>
            <a:noAutofit/>
          </a:bodyPr>
          <a:lstStyle>
            <a:lvl1pPr marL="0" indent="0">
              <a:lnSpc>
                <a:spcPct val="100000"/>
              </a:lnSpc>
              <a:spcBef>
                <a:spcPts val="1600"/>
              </a:spcBef>
              <a:buNone/>
              <a:defRPr sz="1600">
                <a:solidFill>
                  <a:schemeClr val="bg1"/>
                </a:solidFill>
                <a:latin typeface="+mj-lt"/>
              </a:defRPr>
            </a:lvl1pPr>
            <a:lvl2pPr marL="0" indent="0">
              <a:lnSpc>
                <a:spcPct val="100000"/>
              </a:lnSpc>
              <a:spcBef>
                <a:spcPts val="900"/>
              </a:spcBef>
              <a:buNone/>
              <a:defRPr sz="1400">
                <a:solidFill>
                  <a:schemeClr val="bg1"/>
                </a:solidFill>
              </a:defRPr>
            </a:lvl2pPr>
            <a:lvl3pPr>
              <a:lnSpc>
                <a:spcPct val="100000"/>
              </a:lnSpc>
              <a:defRPr sz="1401">
                <a:solidFill>
                  <a:schemeClr val="bg1"/>
                </a:solidFill>
              </a:defRPr>
            </a:lvl3pPr>
            <a:lvl4pPr>
              <a:lnSpc>
                <a:spcPct val="100000"/>
              </a:lnSpc>
              <a:defRPr sz="1200">
                <a:solidFill>
                  <a:schemeClr val="bg1"/>
                </a:solidFill>
              </a:defRPr>
            </a:lvl4pPr>
            <a:lvl5pPr>
              <a:lnSpc>
                <a:spcPct val="100000"/>
              </a:lnSpc>
              <a:defRPr sz="1001">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a:extLst>
              <a:ext uri="{FF2B5EF4-FFF2-40B4-BE49-F238E27FC236}">
                <a16:creationId xmlns:a16="http://schemas.microsoft.com/office/drawing/2014/main" id="{A0B9A94C-F8F8-2A22-B125-7808DDC912F3}"/>
              </a:ext>
            </a:extLst>
          </p:cNvPr>
          <p:cNvSpPr>
            <a:spLocks noGrp="1"/>
          </p:cNvSpPr>
          <p:nvPr>
            <p:ph type="title"/>
          </p:nvPr>
        </p:nvSpPr>
        <p:spPr>
          <a:xfrm>
            <a:off x="574816" y="510988"/>
            <a:ext cx="3418450" cy="861774"/>
          </a:xfrm>
        </p:spPr>
        <p:txBody>
          <a:bodyPr wrap="square">
            <a:spAutoFit/>
          </a:bodyPr>
          <a:lstStyle>
            <a:lvl1pPr>
              <a:defRPr>
                <a:solidFill>
                  <a:schemeClr val="bg1"/>
                </a:solidFill>
              </a:defRPr>
            </a:lvl1pPr>
          </a:lstStyle>
          <a:p>
            <a:r>
              <a:rPr lang="en-US"/>
              <a:t>Click to edit Master title style</a:t>
            </a:r>
          </a:p>
        </p:txBody>
      </p:sp>
      <p:sp>
        <p:nvSpPr>
          <p:cNvPr id="8" name="Eyebrow placeholder">
            <a:extLst>
              <a:ext uri="{FF2B5EF4-FFF2-40B4-BE49-F238E27FC236}">
                <a16:creationId xmlns:a16="http://schemas.microsoft.com/office/drawing/2014/main" id="{B0B136DF-1567-C57A-E4C1-C541F62F78C1}"/>
              </a:ext>
            </a:extLst>
          </p:cNvPr>
          <p:cNvSpPr>
            <a:spLocks noGrp="1"/>
          </p:cNvSpPr>
          <p:nvPr>
            <p:ph type="body" sz="quarter" idx="11"/>
          </p:nvPr>
        </p:nvSpPr>
        <p:spPr>
          <a:xfrm>
            <a:off x="574816" y="246888"/>
            <a:ext cx="3418450" cy="246221"/>
          </a:xfrm>
        </p:spPr>
        <p:txBody>
          <a:bodyPr/>
          <a:lstStyle>
            <a:lvl1pPr marL="0" indent="0">
              <a:buNone/>
              <a:defRPr sz="1600">
                <a:solidFill>
                  <a:schemeClr val="bg1"/>
                </a:solidFill>
                <a:latin typeface="+mn-lt"/>
              </a:defRPr>
            </a:lvl1pPr>
          </a:lstStyle>
          <a:p>
            <a:pPr lvl="0"/>
            <a:r>
              <a:rPr lang="en-US"/>
              <a:t>Click to edit Master text styles</a:t>
            </a:r>
          </a:p>
        </p:txBody>
      </p:sp>
      <p:sp>
        <p:nvSpPr>
          <p:cNvPr id="11" name="Rounded Rectangle 1">
            <a:extLst>
              <a:ext uri="{FF2B5EF4-FFF2-40B4-BE49-F238E27FC236}">
                <a16:creationId xmlns:a16="http://schemas.microsoft.com/office/drawing/2014/main" id="{A364C5BA-B05D-814C-10DF-3F8EFD0D86D5}"/>
              </a:ext>
              <a:ext uri="{C183D7F6-B498-43B3-948B-1728B52AA6E4}">
                <adec:decorative xmlns:adec="http://schemas.microsoft.com/office/drawing/2017/decorative" val="1"/>
              </a:ext>
            </a:extLst>
          </p:cNvPr>
          <p:cNvSpPr/>
          <p:nvPr userDrawn="1"/>
        </p:nvSpPr>
        <p:spPr bwMode="auto">
          <a:xfrm rot="16200000">
            <a:off x="10952834" y="-649307"/>
            <a:ext cx="430211" cy="2048124"/>
          </a:xfrm>
          <a:prstGeom prst="round2SameRect">
            <a:avLst>
              <a:gd name="adj1" fmla="val 50000"/>
              <a:gd name="adj2" fmla="val 0"/>
            </a:avLst>
          </a:prstGeom>
          <a:solidFill>
            <a:schemeClr val="accent6"/>
          </a:solidFill>
          <a:ln w="6350" cap="flat" cmpd="sng" algn="ctr">
            <a:noFill/>
            <a:prstDash val="solid"/>
            <a:miter lim="800000"/>
            <a:headEnd type="none" w="med" len="med"/>
            <a:tailEnd type="none" w="med" len="med"/>
          </a:ln>
          <a:effectLst>
            <a:outerShdw blurRad="63500" dist="127000" dir="2700000" algn="tl" rotWithShape="0">
              <a:srgbClr val="454142">
                <a:alpha val="20000"/>
              </a:srgbClr>
            </a:outerShdw>
          </a:effectLst>
        </p:spPr>
        <p:txBody>
          <a:bodyPr rot="0" spcFirstLastPara="0" vertOverflow="overflow" horzOverflow="overflow" vert="vert"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025719"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chemeClr val="bg1"/>
              </a:solidFill>
              <a:effectLst/>
              <a:uLnTx/>
              <a:uFillTx/>
              <a:latin typeface="+mj-lt"/>
              <a:ea typeface="+mn-ea"/>
              <a:cs typeface="Segoe UI" pitchFamily="34" charset="0"/>
            </a:endParaRPr>
          </a:p>
        </p:txBody>
      </p:sp>
      <p:sp>
        <p:nvSpPr>
          <p:cNvPr id="9" name="Eyebrow placeholder">
            <a:extLst>
              <a:ext uri="{FF2B5EF4-FFF2-40B4-BE49-F238E27FC236}">
                <a16:creationId xmlns:a16="http://schemas.microsoft.com/office/drawing/2014/main" id="{E5007553-2304-3B37-0313-3D47AD44AC55}"/>
              </a:ext>
            </a:extLst>
          </p:cNvPr>
          <p:cNvSpPr>
            <a:spLocks noGrp="1"/>
          </p:cNvSpPr>
          <p:nvPr>
            <p:ph type="body" sz="quarter" idx="12"/>
          </p:nvPr>
        </p:nvSpPr>
        <p:spPr>
          <a:xfrm>
            <a:off x="6652855" y="282422"/>
            <a:ext cx="3418450" cy="184666"/>
          </a:xfrm>
        </p:spPr>
        <p:txBody>
          <a:bodyPr/>
          <a:lstStyle>
            <a:lvl1pPr marL="0" indent="0" algn="r" defTabSz="932742" rtl="0" eaLnBrk="1" latinLnBrk="0" hangingPunct="1">
              <a:lnSpc>
                <a:spcPct val="100000"/>
              </a:lnSpc>
              <a:spcBef>
                <a:spcPct val="0"/>
              </a:spcBef>
              <a:buNone/>
              <a:defRPr lang="en-US" sz="1200" b="0" i="0" kern="1200" cap="none" spc="0" baseline="0" dirty="0">
                <a:ln w="3175">
                  <a:noFill/>
                </a:ln>
                <a:solidFill>
                  <a:schemeClr val="accent6"/>
                </a:solidFill>
                <a:effectLst/>
                <a:latin typeface="+mj-lt"/>
                <a:ea typeface="+mn-ea"/>
                <a:cs typeface="Segoe UI" pitchFamily="34" charset="0"/>
              </a:defRPr>
            </a:lvl1pPr>
          </a:lstStyle>
          <a:p>
            <a:pPr lvl="0"/>
            <a:r>
              <a:rPr lang="en-US"/>
              <a:t>Click to edit Master text styles</a:t>
            </a:r>
          </a:p>
        </p:txBody>
      </p:sp>
      <p:sp>
        <p:nvSpPr>
          <p:cNvPr id="10" name="Eyebrow placeholder">
            <a:extLst>
              <a:ext uri="{FF2B5EF4-FFF2-40B4-BE49-F238E27FC236}">
                <a16:creationId xmlns:a16="http://schemas.microsoft.com/office/drawing/2014/main" id="{1489D108-D367-5F79-4C8D-1D50209548C5}"/>
              </a:ext>
            </a:extLst>
          </p:cNvPr>
          <p:cNvSpPr>
            <a:spLocks noGrp="1"/>
          </p:cNvSpPr>
          <p:nvPr>
            <p:ph type="body" sz="quarter" idx="13" hasCustomPrompt="1"/>
          </p:nvPr>
        </p:nvSpPr>
        <p:spPr>
          <a:xfrm>
            <a:off x="10248900" y="251645"/>
            <a:ext cx="1859280" cy="246221"/>
          </a:xfrm>
        </p:spPr>
        <p:txBody>
          <a:bodyPr/>
          <a:lstStyle>
            <a:lvl1pPr marL="0" indent="0" algn="ctr" defTabSz="932742" rtl="0" eaLnBrk="1" latinLnBrk="0" hangingPunct="1">
              <a:lnSpc>
                <a:spcPct val="100000"/>
              </a:lnSpc>
              <a:spcBef>
                <a:spcPct val="0"/>
              </a:spcBef>
              <a:buNone/>
              <a:defRPr kumimoji="0" lang="en-US" sz="1600" b="0" i="0" u="none" strike="noStrike" kern="1200" cap="none" spc="0" normalizeH="0" baseline="0" dirty="0">
                <a:ln>
                  <a:noFill/>
                </a:ln>
                <a:solidFill>
                  <a:schemeClr val="bg1"/>
                </a:solidFill>
                <a:effectLst/>
                <a:uLnTx/>
                <a:uFillTx/>
                <a:latin typeface="+mj-lt"/>
                <a:ea typeface="+mn-ea"/>
                <a:cs typeface="Segoe UI" pitchFamily="34" charset="0"/>
              </a:defRPr>
            </a:lvl1pPr>
          </a:lstStyle>
          <a:p>
            <a:pPr marL="0" marR="0" lvl="0" indent="0" algn="ctr" defTabSz="1025719" rtl="0" eaLnBrk="1" fontAlgn="base" latinLnBrk="0" hangingPunct="1">
              <a:lnSpc>
                <a:spcPct val="100000"/>
              </a:lnSpc>
              <a:spcBef>
                <a:spcPct val="0"/>
              </a:spcBef>
              <a:spcAft>
                <a:spcPct val="0"/>
              </a:spcAft>
              <a:buClrTx/>
              <a:buSzTx/>
              <a:buFontTx/>
              <a:buNone/>
              <a:tabLst/>
              <a:defRPr/>
            </a:pPr>
            <a:r>
              <a:rPr lang="en-US"/>
              <a:t>Text Here</a:t>
            </a:r>
          </a:p>
        </p:txBody>
      </p:sp>
      <p:sp>
        <p:nvSpPr>
          <p:cNvPr id="13" name="Slide Number Placeholder 4">
            <a:extLst>
              <a:ext uri="{FF2B5EF4-FFF2-40B4-BE49-F238E27FC236}">
                <a16:creationId xmlns:a16="http://schemas.microsoft.com/office/drawing/2014/main" id="{CF596113-B1E9-A312-AA1A-B2668661EE32}"/>
              </a:ext>
            </a:extLst>
          </p:cNvPr>
          <p:cNvSpPr>
            <a:spLocks noGrp="1"/>
          </p:cNvSpPr>
          <p:nvPr>
            <p:ph type="sldNum" sz="quarter" idx="4"/>
          </p:nvPr>
        </p:nvSpPr>
        <p:spPr>
          <a:xfrm>
            <a:off x="11115040" y="6356350"/>
            <a:ext cx="781304" cy="365125"/>
          </a:xfrm>
          <a:prstGeom prst="rect">
            <a:avLst/>
          </a:prstGeom>
        </p:spPr>
        <p:txBody>
          <a:bodyPr vert="horz" lIns="91440" tIns="45720" rIns="91440" bIns="45720" rtlCol="0" anchor="ctr"/>
          <a:lstStyle>
            <a:lvl1pPr algn="r">
              <a:defRPr sz="1200">
                <a:solidFill>
                  <a:schemeClr val="tx1"/>
                </a:solidFill>
              </a:defRPr>
            </a:lvl1pPr>
          </a:lstStyle>
          <a:p>
            <a:fld id="{8F93FC27-A1D1-4A1D-8E2D-C92B07A03756}" type="slidenum">
              <a:rPr lang="en-US" smtClean="0"/>
              <a:pPr/>
              <a:t>‹#›</a:t>
            </a:fld>
            <a:endParaRPr lang="en-US"/>
          </a:p>
        </p:txBody>
      </p:sp>
      <p:grpSp>
        <p:nvGrpSpPr>
          <p:cNvPr id="15" name="Group 14">
            <a:extLst>
              <a:ext uri="{FF2B5EF4-FFF2-40B4-BE49-F238E27FC236}">
                <a16:creationId xmlns:a16="http://schemas.microsoft.com/office/drawing/2014/main" id="{08C6D8FD-D2D6-535F-9377-980EBA52D783}"/>
              </a:ext>
            </a:extLst>
          </p:cNvPr>
          <p:cNvGrpSpPr/>
          <p:nvPr userDrawn="1"/>
        </p:nvGrpSpPr>
        <p:grpSpPr>
          <a:xfrm>
            <a:off x="9752967" y="6398361"/>
            <a:ext cx="274320" cy="274320"/>
            <a:chOff x="11001662" y="6398361"/>
            <a:chExt cx="274320" cy="274320"/>
          </a:xfrm>
        </p:grpSpPr>
        <p:sp>
          <p:nvSpPr>
            <p:cNvPr id="16" name="TextBox 15">
              <a:extLst>
                <a:ext uri="{FF2B5EF4-FFF2-40B4-BE49-F238E27FC236}">
                  <a16:creationId xmlns:a16="http://schemas.microsoft.com/office/drawing/2014/main" id="{88994CBB-F0FA-1B60-4A2F-074A74289F2D}"/>
                </a:ext>
              </a:extLst>
            </p:cNvPr>
            <p:cNvSpPr txBox="1"/>
            <p:nvPr userDrawn="1"/>
          </p:nvSpPr>
          <p:spPr>
            <a:xfrm>
              <a:off x="11001662" y="6398361"/>
              <a:ext cx="274320"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oAutofit/>
            </a:bodyPr>
            <a:lstStyle/>
            <a:p>
              <a:pPr algn="ctr"/>
              <a:endParaRPr lang="en-US" sz="1200">
                <a:solidFill>
                  <a:schemeClr val="accent4"/>
                </a:solidFill>
                <a:latin typeface="+mj-lt"/>
              </a:endParaRPr>
            </a:p>
          </p:txBody>
        </p:sp>
        <p:pic>
          <p:nvPicPr>
            <p:cNvPr id="17" name="Graphic 16" descr="Home with solid fill">
              <a:hlinkClick r:id="" action="ppaction://noaction"/>
              <a:extLst>
                <a:ext uri="{FF2B5EF4-FFF2-40B4-BE49-F238E27FC236}">
                  <a16:creationId xmlns:a16="http://schemas.microsoft.com/office/drawing/2014/main" id="{09569A89-6011-8174-250C-D0CA727DFE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36918" y="6433618"/>
              <a:ext cx="203809" cy="203807"/>
            </a:xfrm>
            <a:prstGeom prst="rect">
              <a:avLst/>
            </a:prstGeom>
          </p:spPr>
        </p:pic>
      </p:grpSp>
      <p:sp>
        <p:nvSpPr>
          <p:cNvPr id="18" name="TextBox 17">
            <a:hlinkClick r:id="rId3" action="ppaction://hlinksldjump"/>
            <a:extLst>
              <a:ext uri="{FF2B5EF4-FFF2-40B4-BE49-F238E27FC236}">
                <a16:creationId xmlns:a16="http://schemas.microsoft.com/office/drawing/2014/main" id="{F48171C0-FE76-96A2-325F-6BD8DCE53D5A}"/>
              </a:ext>
            </a:extLst>
          </p:cNvPr>
          <p:cNvSpPr txBox="1"/>
          <p:nvPr userDrawn="1"/>
        </p:nvSpPr>
        <p:spPr>
          <a:xfrm>
            <a:off x="10626114" y="6398366"/>
            <a:ext cx="275648" cy="274320"/>
          </a:xfrm>
          <a:prstGeom prst="ellipse">
            <a:avLst/>
          </a:prstGeom>
          <a:solidFill>
            <a:schemeClr val="bg1"/>
          </a:solidFill>
          <a:ln w="3175">
            <a:solidFill>
              <a:schemeClr val="accent4"/>
            </a:solid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accent4"/>
                </a:solidFill>
                <a:latin typeface="+mj-lt"/>
              </a:rPr>
              <a:t>A</a:t>
            </a:r>
          </a:p>
        </p:txBody>
      </p:sp>
      <p:sp>
        <p:nvSpPr>
          <p:cNvPr id="19" name="TextBox 18">
            <a:hlinkClick r:id="" action="ppaction://noaction"/>
            <a:extLst>
              <a:ext uri="{FF2B5EF4-FFF2-40B4-BE49-F238E27FC236}">
                <a16:creationId xmlns:a16="http://schemas.microsoft.com/office/drawing/2014/main" id="{9C5CA579-0383-2379-7F6C-D9434EBAD90B}"/>
              </a:ext>
            </a:extLst>
          </p:cNvPr>
          <p:cNvSpPr txBox="1"/>
          <p:nvPr userDrawn="1"/>
        </p:nvSpPr>
        <p:spPr>
          <a:xfrm>
            <a:off x="11063351" y="6399001"/>
            <a:ext cx="275648" cy="274320"/>
          </a:xfrm>
          <a:prstGeom prst="ellipse">
            <a:avLst/>
          </a:prstGeom>
          <a:solidFill>
            <a:schemeClr val="bg1"/>
          </a:solidFill>
          <a:ln w="3175">
            <a:solidFill>
              <a:schemeClr val="accent4"/>
            </a:solid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accent4"/>
                </a:solidFill>
                <a:latin typeface="+mj-lt"/>
              </a:rPr>
              <a:t>B</a:t>
            </a:r>
          </a:p>
        </p:txBody>
      </p:sp>
      <p:sp>
        <p:nvSpPr>
          <p:cNvPr id="20" name="TextBox 19">
            <a:hlinkClick r:id="" action="ppaction://hlinkshowjump?jump=previousslide"/>
            <a:extLst>
              <a:ext uri="{FF2B5EF4-FFF2-40B4-BE49-F238E27FC236}">
                <a16:creationId xmlns:a16="http://schemas.microsoft.com/office/drawing/2014/main" id="{3BF632BF-381A-A3B0-185C-C94A585AF9A2}"/>
              </a:ext>
            </a:extLst>
          </p:cNvPr>
          <p:cNvSpPr txBox="1"/>
          <p:nvPr userDrawn="1"/>
        </p:nvSpPr>
        <p:spPr>
          <a:xfrm>
            <a:off x="9315729" y="6398366"/>
            <a:ext cx="275648"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bg1"/>
                </a:solidFill>
                <a:latin typeface="+mj-lt"/>
                <a:sym typeface="Wingdings" panose="05000000000000000000" pitchFamily="2" charset="2"/>
              </a:rPr>
              <a:t></a:t>
            </a:r>
            <a:endParaRPr lang="en-US" sz="1600">
              <a:solidFill>
                <a:schemeClr val="bg1"/>
              </a:solidFill>
              <a:latin typeface="+mj-lt"/>
            </a:endParaRPr>
          </a:p>
        </p:txBody>
      </p:sp>
      <p:sp>
        <p:nvSpPr>
          <p:cNvPr id="21" name="TextBox 20">
            <a:hlinkClick r:id="" action="ppaction://hlinkshowjump?jump=nextslide"/>
            <a:extLst>
              <a:ext uri="{FF2B5EF4-FFF2-40B4-BE49-F238E27FC236}">
                <a16:creationId xmlns:a16="http://schemas.microsoft.com/office/drawing/2014/main" id="{7B969B2A-CE28-D646-61FB-A31B3D352667}"/>
              </a:ext>
            </a:extLst>
          </p:cNvPr>
          <p:cNvSpPr txBox="1"/>
          <p:nvPr userDrawn="1"/>
        </p:nvSpPr>
        <p:spPr>
          <a:xfrm>
            <a:off x="10188877" y="6398366"/>
            <a:ext cx="275648"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bg1"/>
                </a:solidFill>
                <a:latin typeface="+mj-lt"/>
                <a:sym typeface="Wingdings" panose="05000000000000000000" pitchFamily="2" charset="2"/>
              </a:rPr>
              <a:t></a:t>
            </a:r>
            <a:endParaRPr lang="en-US" sz="1600">
              <a:solidFill>
                <a:schemeClr val="bg1"/>
              </a:solidFill>
              <a:latin typeface="+mj-lt"/>
            </a:endParaRPr>
          </a:p>
        </p:txBody>
      </p:sp>
    </p:spTree>
    <p:extLst>
      <p:ext uri="{BB962C8B-B14F-4D97-AF65-F5344CB8AC3E}">
        <p14:creationId xmlns:p14="http://schemas.microsoft.com/office/powerpoint/2010/main" val="206470104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_Third white half gradi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3B2449-29BC-FA3D-8E8C-DCCEE8B99D26}"/>
              </a:ext>
              <a:ext uri="{C183D7F6-B498-43B3-948B-1728B52AA6E4}">
                <adec:decorative xmlns:adec="http://schemas.microsoft.com/office/drawing/2017/decorative" val="1"/>
              </a:ext>
            </a:extLst>
          </p:cNvPr>
          <p:cNvSpPr/>
          <p:nvPr userDrawn="1"/>
        </p:nvSpPr>
        <p:spPr>
          <a:xfrm>
            <a:off x="-5080" y="0"/>
            <a:ext cx="4356100" cy="6858000"/>
          </a:xfrm>
          <a:prstGeom prst="rect">
            <a:avLst/>
          </a:prstGeom>
          <a:gradFill flip="none" rotWithShape="1">
            <a:gsLst>
              <a:gs pos="11000">
                <a:schemeClr val="accent4"/>
              </a:gs>
              <a:gs pos="100000">
                <a:srgbClr val="C03BC4"/>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sz="quarter" idx="10"/>
          </p:nvPr>
        </p:nvSpPr>
        <p:spPr>
          <a:xfrm>
            <a:off x="574816" y="1446836"/>
            <a:ext cx="3418450" cy="4171950"/>
          </a:xfrm>
        </p:spPr>
        <p:txBody>
          <a:bodyPr>
            <a:noAutofit/>
          </a:bodyPr>
          <a:lstStyle>
            <a:lvl1pPr marL="0" indent="0">
              <a:lnSpc>
                <a:spcPct val="100000"/>
              </a:lnSpc>
              <a:spcBef>
                <a:spcPts val="1600"/>
              </a:spcBef>
              <a:buNone/>
              <a:defRPr sz="1600">
                <a:solidFill>
                  <a:schemeClr val="bg1"/>
                </a:solidFill>
                <a:latin typeface="+mj-lt"/>
              </a:defRPr>
            </a:lvl1pPr>
            <a:lvl2pPr marL="0" indent="0">
              <a:lnSpc>
                <a:spcPct val="100000"/>
              </a:lnSpc>
              <a:spcBef>
                <a:spcPts val="900"/>
              </a:spcBef>
              <a:buNone/>
              <a:defRPr sz="1400">
                <a:solidFill>
                  <a:schemeClr val="bg1"/>
                </a:solidFill>
              </a:defRPr>
            </a:lvl2pPr>
            <a:lvl3pPr>
              <a:lnSpc>
                <a:spcPct val="100000"/>
              </a:lnSpc>
              <a:defRPr sz="1401">
                <a:solidFill>
                  <a:schemeClr val="bg1"/>
                </a:solidFill>
              </a:defRPr>
            </a:lvl3pPr>
            <a:lvl4pPr>
              <a:lnSpc>
                <a:spcPct val="100000"/>
              </a:lnSpc>
              <a:defRPr sz="1200">
                <a:solidFill>
                  <a:schemeClr val="bg1"/>
                </a:solidFill>
              </a:defRPr>
            </a:lvl4pPr>
            <a:lvl5pPr>
              <a:lnSpc>
                <a:spcPct val="100000"/>
              </a:lnSpc>
              <a:defRPr sz="1001">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a:extLst>
              <a:ext uri="{FF2B5EF4-FFF2-40B4-BE49-F238E27FC236}">
                <a16:creationId xmlns:a16="http://schemas.microsoft.com/office/drawing/2014/main" id="{A0B9A94C-F8F8-2A22-B125-7808DDC912F3}"/>
              </a:ext>
            </a:extLst>
          </p:cNvPr>
          <p:cNvSpPr>
            <a:spLocks noGrp="1"/>
          </p:cNvSpPr>
          <p:nvPr>
            <p:ph type="title"/>
          </p:nvPr>
        </p:nvSpPr>
        <p:spPr>
          <a:xfrm>
            <a:off x="574816" y="510988"/>
            <a:ext cx="3418450" cy="861774"/>
          </a:xfrm>
        </p:spPr>
        <p:txBody>
          <a:bodyPr wrap="square">
            <a:spAutoFit/>
          </a:bodyPr>
          <a:lstStyle>
            <a:lvl1pPr>
              <a:defRPr>
                <a:solidFill>
                  <a:schemeClr val="bg1"/>
                </a:solidFill>
              </a:defRPr>
            </a:lvl1pPr>
          </a:lstStyle>
          <a:p>
            <a:r>
              <a:rPr lang="en-US"/>
              <a:t>Click to edit Master title style</a:t>
            </a:r>
          </a:p>
        </p:txBody>
      </p:sp>
      <p:sp>
        <p:nvSpPr>
          <p:cNvPr id="8" name="Eyebrow placeholder">
            <a:extLst>
              <a:ext uri="{FF2B5EF4-FFF2-40B4-BE49-F238E27FC236}">
                <a16:creationId xmlns:a16="http://schemas.microsoft.com/office/drawing/2014/main" id="{B0B136DF-1567-C57A-E4C1-C541F62F78C1}"/>
              </a:ext>
            </a:extLst>
          </p:cNvPr>
          <p:cNvSpPr>
            <a:spLocks noGrp="1"/>
          </p:cNvSpPr>
          <p:nvPr>
            <p:ph type="body" sz="quarter" idx="11"/>
          </p:nvPr>
        </p:nvSpPr>
        <p:spPr>
          <a:xfrm>
            <a:off x="574816" y="246888"/>
            <a:ext cx="3418450" cy="246221"/>
          </a:xfrm>
        </p:spPr>
        <p:txBody>
          <a:bodyPr/>
          <a:lstStyle>
            <a:lvl1pPr marL="0" indent="0">
              <a:buNone/>
              <a:defRPr sz="1600">
                <a:solidFill>
                  <a:schemeClr val="bg1"/>
                </a:solidFill>
                <a:latin typeface="+mn-lt"/>
              </a:defRPr>
            </a:lvl1pPr>
          </a:lstStyle>
          <a:p>
            <a:pPr lvl="0"/>
            <a:r>
              <a:rPr lang="en-US"/>
              <a:t>Click to edit Master text styles</a:t>
            </a:r>
          </a:p>
        </p:txBody>
      </p:sp>
      <p:sp>
        <p:nvSpPr>
          <p:cNvPr id="11" name="Rounded Rectangle 1">
            <a:extLst>
              <a:ext uri="{FF2B5EF4-FFF2-40B4-BE49-F238E27FC236}">
                <a16:creationId xmlns:a16="http://schemas.microsoft.com/office/drawing/2014/main" id="{A364C5BA-B05D-814C-10DF-3F8EFD0D86D5}"/>
              </a:ext>
              <a:ext uri="{C183D7F6-B498-43B3-948B-1728B52AA6E4}">
                <adec:decorative xmlns:adec="http://schemas.microsoft.com/office/drawing/2017/decorative" val="1"/>
              </a:ext>
            </a:extLst>
          </p:cNvPr>
          <p:cNvSpPr/>
          <p:nvPr userDrawn="1"/>
        </p:nvSpPr>
        <p:spPr bwMode="auto">
          <a:xfrm rot="16200000">
            <a:off x="10952834" y="-649307"/>
            <a:ext cx="430211" cy="2048124"/>
          </a:xfrm>
          <a:prstGeom prst="round2SameRect">
            <a:avLst>
              <a:gd name="adj1" fmla="val 50000"/>
              <a:gd name="adj2" fmla="val 0"/>
            </a:avLst>
          </a:prstGeom>
          <a:solidFill>
            <a:schemeClr val="accent4"/>
          </a:solidFill>
          <a:ln w="6350" cap="flat" cmpd="sng" algn="ctr">
            <a:noFill/>
            <a:prstDash val="solid"/>
            <a:miter lim="800000"/>
            <a:headEnd type="none" w="med" len="med"/>
            <a:tailEnd type="none" w="med" len="med"/>
          </a:ln>
          <a:effectLst>
            <a:outerShdw blurRad="63500" dist="127000" dir="2700000" algn="tl" rotWithShape="0">
              <a:srgbClr val="454142">
                <a:alpha val="20000"/>
              </a:srgbClr>
            </a:outerShdw>
          </a:effectLst>
        </p:spPr>
        <p:txBody>
          <a:bodyPr rot="0" spcFirstLastPara="0" vertOverflow="overflow" horzOverflow="overflow" vert="vert"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025719"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chemeClr val="bg1"/>
              </a:solidFill>
              <a:effectLst/>
              <a:uLnTx/>
              <a:uFillTx/>
              <a:latin typeface="+mj-lt"/>
              <a:ea typeface="+mn-ea"/>
              <a:cs typeface="Segoe UI" pitchFamily="34" charset="0"/>
            </a:endParaRPr>
          </a:p>
        </p:txBody>
      </p:sp>
      <p:sp>
        <p:nvSpPr>
          <p:cNvPr id="9" name="Eyebrow placeholder">
            <a:extLst>
              <a:ext uri="{FF2B5EF4-FFF2-40B4-BE49-F238E27FC236}">
                <a16:creationId xmlns:a16="http://schemas.microsoft.com/office/drawing/2014/main" id="{E5007553-2304-3B37-0313-3D47AD44AC55}"/>
              </a:ext>
            </a:extLst>
          </p:cNvPr>
          <p:cNvSpPr>
            <a:spLocks noGrp="1"/>
          </p:cNvSpPr>
          <p:nvPr>
            <p:ph type="body" sz="quarter" idx="12"/>
          </p:nvPr>
        </p:nvSpPr>
        <p:spPr>
          <a:xfrm>
            <a:off x="6652855" y="282422"/>
            <a:ext cx="3418450" cy="184666"/>
          </a:xfrm>
        </p:spPr>
        <p:txBody>
          <a:bodyPr/>
          <a:lstStyle>
            <a:lvl1pPr marL="0" indent="0" algn="r" defTabSz="932742" rtl="0" eaLnBrk="1" latinLnBrk="0" hangingPunct="1">
              <a:lnSpc>
                <a:spcPct val="100000"/>
              </a:lnSpc>
              <a:spcBef>
                <a:spcPct val="0"/>
              </a:spcBef>
              <a:buNone/>
              <a:defRPr lang="en-US" sz="1200" b="0" i="0" kern="1200" cap="none" spc="0" baseline="0" dirty="0">
                <a:ln w="3175">
                  <a:noFill/>
                </a:ln>
                <a:solidFill>
                  <a:schemeClr val="accent4"/>
                </a:solidFill>
                <a:effectLst/>
                <a:latin typeface="+mj-lt"/>
                <a:ea typeface="+mn-ea"/>
                <a:cs typeface="Segoe UI" pitchFamily="34" charset="0"/>
              </a:defRPr>
            </a:lvl1pPr>
          </a:lstStyle>
          <a:p>
            <a:pPr lvl="0"/>
            <a:r>
              <a:rPr lang="en-US"/>
              <a:t>Click to edit Master text styles</a:t>
            </a:r>
          </a:p>
        </p:txBody>
      </p:sp>
      <p:sp>
        <p:nvSpPr>
          <p:cNvPr id="10" name="Eyebrow placeholder">
            <a:extLst>
              <a:ext uri="{FF2B5EF4-FFF2-40B4-BE49-F238E27FC236}">
                <a16:creationId xmlns:a16="http://schemas.microsoft.com/office/drawing/2014/main" id="{1489D108-D367-5F79-4C8D-1D50209548C5}"/>
              </a:ext>
            </a:extLst>
          </p:cNvPr>
          <p:cNvSpPr>
            <a:spLocks noGrp="1"/>
          </p:cNvSpPr>
          <p:nvPr>
            <p:ph type="body" sz="quarter" idx="13" hasCustomPrompt="1"/>
          </p:nvPr>
        </p:nvSpPr>
        <p:spPr>
          <a:xfrm>
            <a:off x="10248900" y="251645"/>
            <a:ext cx="1859280" cy="246221"/>
          </a:xfrm>
        </p:spPr>
        <p:txBody>
          <a:bodyPr/>
          <a:lstStyle>
            <a:lvl1pPr marL="0" indent="0" algn="ctr" defTabSz="932742" rtl="0" eaLnBrk="1" latinLnBrk="0" hangingPunct="1">
              <a:lnSpc>
                <a:spcPct val="100000"/>
              </a:lnSpc>
              <a:spcBef>
                <a:spcPct val="0"/>
              </a:spcBef>
              <a:buNone/>
              <a:defRPr kumimoji="0" lang="en-US" sz="1600" b="0" i="0" u="none" strike="noStrike" kern="1200" cap="none" spc="0" normalizeH="0" baseline="0" dirty="0">
                <a:ln>
                  <a:noFill/>
                </a:ln>
                <a:solidFill>
                  <a:schemeClr val="bg1"/>
                </a:solidFill>
                <a:effectLst/>
                <a:uLnTx/>
                <a:uFillTx/>
                <a:latin typeface="+mj-lt"/>
                <a:ea typeface="+mn-ea"/>
                <a:cs typeface="Segoe UI" pitchFamily="34" charset="0"/>
              </a:defRPr>
            </a:lvl1pPr>
          </a:lstStyle>
          <a:p>
            <a:pPr marL="0" marR="0" lvl="0" indent="0" algn="ctr" defTabSz="1025719" rtl="0" eaLnBrk="1" fontAlgn="base" latinLnBrk="0" hangingPunct="1">
              <a:lnSpc>
                <a:spcPct val="100000"/>
              </a:lnSpc>
              <a:spcBef>
                <a:spcPct val="0"/>
              </a:spcBef>
              <a:spcAft>
                <a:spcPct val="0"/>
              </a:spcAft>
              <a:buClrTx/>
              <a:buSzTx/>
              <a:buFontTx/>
              <a:buNone/>
              <a:tabLst/>
              <a:defRPr/>
            </a:pPr>
            <a:r>
              <a:rPr lang="en-US"/>
              <a:t>Text Here</a:t>
            </a:r>
          </a:p>
        </p:txBody>
      </p:sp>
      <p:sp>
        <p:nvSpPr>
          <p:cNvPr id="13" name="Slide Number Placeholder 4">
            <a:extLst>
              <a:ext uri="{FF2B5EF4-FFF2-40B4-BE49-F238E27FC236}">
                <a16:creationId xmlns:a16="http://schemas.microsoft.com/office/drawing/2014/main" id="{CF596113-B1E9-A312-AA1A-B2668661EE32}"/>
              </a:ext>
            </a:extLst>
          </p:cNvPr>
          <p:cNvSpPr>
            <a:spLocks noGrp="1"/>
          </p:cNvSpPr>
          <p:nvPr>
            <p:ph type="sldNum" sz="quarter" idx="4"/>
          </p:nvPr>
        </p:nvSpPr>
        <p:spPr>
          <a:xfrm>
            <a:off x="11115040" y="6356350"/>
            <a:ext cx="781304" cy="365125"/>
          </a:xfrm>
          <a:prstGeom prst="rect">
            <a:avLst/>
          </a:prstGeom>
        </p:spPr>
        <p:txBody>
          <a:bodyPr vert="horz" lIns="91440" tIns="45720" rIns="91440" bIns="45720" rtlCol="0" anchor="ctr"/>
          <a:lstStyle>
            <a:lvl1pPr algn="r">
              <a:defRPr sz="1200">
                <a:solidFill>
                  <a:schemeClr val="tx1"/>
                </a:solidFill>
              </a:defRPr>
            </a:lvl1pPr>
          </a:lstStyle>
          <a:p>
            <a:fld id="{8F93FC27-A1D1-4A1D-8E2D-C92B07A03756}" type="slidenum">
              <a:rPr lang="en-US" smtClean="0"/>
              <a:pPr/>
              <a:t>‹#›</a:t>
            </a:fld>
            <a:endParaRPr lang="en-US"/>
          </a:p>
        </p:txBody>
      </p:sp>
      <p:grpSp>
        <p:nvGrpSpPr>
          <p:cNvPr id="15" name="Group 14">
            <a:extLst>
              <a:ext uri="{FF2B5EF4-FFF2-40B4-BE49-F238E27FC236}">
                <a16:creationId xmlns:a16="http://schemas.microsoft.com/office/drawing/2014/main" id="{6022C3C4-74A3-C38B-889E-EEE982A1AC40}"/>
              </a:ext>
            </a:extLst>
          </p:cNvPr>
          <p:cNvGrpSpPr/>
          <p:nvPr userDrawn="1"/>
        </p:nvGrpSpPr>
        <p:grpSpPr>
          <a:xfrm>
            <a:off x="9752967" y="6398361"/>
            <a:ext cx="274320" cy="274320"/>
            <a:chOff x="11001662" y="6398361"/>
            <a:chExt cx="274320" cy="274320"/>
          </a:xfrm>
        </p:grpSpPr>
        <p:sp>
          <p:nvSpPr>
            <p:cNvPr id="16" name="TextBox 15">
              <a:extLst>
                <a:ext uri="{FF2B5EF4-FFF2-40B4-BE49-F238E27FC236}">
                  <a16:creationId xmlns:a16="http://schemas.microsoft.com/office/drawing/2014/main" id="{D914F99F-46AA-59BE-20F9-CB2B1F9E74B3}"/>
                </a:ext>
              </a:extLst>
            </p:cNvPr>
            <p:cNvSpPr txBox="1"/>
            <p:nvPr userDrawn="1"/>
          </p:nvSpPr>
          <p:spPr>
            <a:xfrm>
              <a:off x="11001662" y="6398361"/>
              <a:ext cx="274320"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oAutofit/>
            </a:bodyPr>
            <a:lstStyle/>
            <a:p>
              <a:pPr algn="ctr"/>
              <a:endParaRPr lang="en-US" sz="1200">
                <a:solidFill>
                  <a:schemeClr val="accent4"/>
                </a:solidFill>
                <a:latin typeface="+mj-lt"/>
              </a:endParaRPr>
            </a:p>
          </p:txBody>
        </p:sp>
        <p:pic>
          <p:nvPicPr>
            <p:cNvPr id="17" name="Graphic 16" descr="Home with solid fill">
              <a:hlinkClick r:id="" action="ppaction://noaction"/>
              <a:extLst>
                <a:ext uri="{FF2B5EF4-FFF2-40B4-BE49-F238E27FC236}">
                  <a16:creationId xmlns:a16="http://schemas.microsoft.com/office/drawing/2014/main" id="{04435F3D-91A8-FE8D-21EC-2FA9408F133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36918" y="6433618"/>
              <a:ext cx="203809" cy="203807"/>
            </a:xfrm>
            <a:prstGeom prst="rect">
              <a:avLst/>
            </a:prstGeom>
          </p:spPr>
        </p:pic>
      </p:grpSp>
      <p:sp>
        <p:nvSpPr>
          <p:cNvPr id="18" name="TextBox 17">
            <a:hlinkClick r:id="rId3" action="ppaction://hlinksldjump"/>
            <a:extLst>
              <a:ext uri="{FF2B5EF4-FFF2-40B4-BE49-F238E27FC236}">
                <a16:creationId xmlns:a16="http://schemas.microsoft.com/office/drawing/2014/main" id="{E367E532-544D-B7DF-CF82-62AE1ED19EB4}"/>
              </a:ext>
            </a:extLst>
          </p:cNvPr>
          <p:cNvSpPr txBox="1"/>
          <p:nvPr userDrawn="1"/>
        </p:nvSpPr>
        <p:spPr>
          <a:xfrm>
            <a:off x="10626114" y="6398366"/>
            <a:ext cx="275648" cy="274320"/>
          </a:xfrm>
          <a:prstGeom prst="ellipse">
            <a:avLst/>
          </a:prstGeom>
          <a:solidFill>
            <a:schemeClr val="bg1"/>
          </a:solidFill>
          <a:ln w="3175">
            <a:solidFill>
              <a:schemeClr val="accent4"/>
            </a:solid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accent4"/>
                </a:solidFill>
                <a:latin typeface="+mj-lt"/>
              </a:rPr>
              <a:t>A</a:t>
            </a:r>
          </a:p>
        </p:txBody>
      </p:sp>
      <p:sp>
        <p:nvSpPr>
          <p:cNvPr id="19" name="TextBox 18">
            <a:hlinkClick r:id="" action="ppaction://noaction"/>
            <a:extLst>
              <a:ext uri="{FF2B5EF4-FFF2-40B4-BE49-F238E27FC236}">
                <a16:creationId xmlns:a16="http://schemas.microsoft.com/office/drawing/2014/main" id="{8EF74982-A14E-E442-ECD6-AB09052D8599}"/>
              </a:ext>
            </a:extLst>
          </p:cNvPr>
          <p:cNvSpPr txBox="1"/>
          <p:nvPr userDrawn="1"/>
        </p:nvSpPr>
        <p:spPr>
          <a:xfrm>
            <a:off x="11063351" y="6399001"/>
            <a:ext cx="275648" cy="274320"/>
          </a:xfrm>
          <a:prstGeom prst="ellipse">
            <a:avLst/>
          </a:prstGeom>
          <a:solidFill>
            <a:schemeClr val="bg1"/>
          </a:solidFill>
          <a:ln w="3175">
            <a:solidFill>
              <a:schemeClr val="accent4"/>
            </a:solid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accent4"/>
                </a:solidFill>
                <a:latin typeface="+mj-lt"/>
              </a:rPr>
              <a:t>B</a:t>
            </a:r>
          </a:p>
        </p:txBody>
      </p:sp>
      <p:sp>
        <p:nvSpPr>
          <p:cNvPr id="20" name="TextBox 19">
            <a:hlinkClick r:id="" action="ppaction://hlinkshowjump?jump=previousslide"/>
            <a:extLst>
              <a:ext uri="{FF2B5EF4-FFF2-40B4-BE49-F238E27FC236}">
                <a16:creationId xmlns:a16="http://schemas.microsoft.com/office/drawing/2014/main" id="{CA765AEA-3E80-0B37-AAD3-910A3D0077C5}"/>
              </a:ext>
            </a:extLst>
          </p:cNvPr>
          <p:cNvSpPr txBox="1"/>
          <p:nvPr userDrawn="1"/>
        </p:nvSpPr>
        <p:spPr>
          <a:xfrm>
            <a:off x="9315729" y="6398366"/>
            <a:ext cx="275648"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bg1"/>
                </a:solidFill>
                <a:latin typeface="+mj-lt"/>
                <a:sym typeface="Wingdings" panose="05000000000000000000" pitchFamily="2" charset="2"/>
              </a:rPr>
              <a:t></a:t>
            </a:r>
            <a:endParaRPr lang="en-US" sz="1600">
              <a:solidFill>
                <a:schemeClr val="bg1"/>
              </a:solidFill>
              <a:latin typeface="+mj-lt"/>
            </a:endParaRPr>
          </a:p>
        </p:txBody>
      </p:sp>
      <p:sp>
        <p:nvSpPr>
          <p:cNvPr id="21" name="TextBox 20">
            <a:hlinkClick r:id="" action="ppaction://hlinkshowjump?jump=nextslide"/>
            <a:extLst>
              <a:ext uri="{FF2B5EF4-FFF2-40B4-BE49-F238E27FC236}">
                <a16:creationId xmlns:a16="http://schemas.microsoft.com/office/drawing/2014/main" id="{84F50FB2-1F66-7FA8-184C-4F0ED580666C}"/>
              </a:ext>
            </a:extLst>
          </p:cNvPr>
          <p:cNvSpPr txBox="1"/>
          <p:nvPr userDrawn="1"/>
        </p:nvSpPr>
        <p:spPr>
          <a:xfrm>
            <a:off x="10188877" y="6398366"/>
            <a:ext cx="275648"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bg1"/>
                </a:solidFill>
                <a:latin typeface="+mj-lt"/>
                <a:sym typeface="Wingdings" panose="05000000000000000000" pitchFamily="2" charset="2"/>
              </a:rPr>
              <a:t></a:t>
            </a:r>
            <a:endParaRPr lang="en-US" sz="1600">
              <a:solidFill>
                <a:schemeClr val="bg1"/>
              </a:solidFill>
              <a:latin typeface="+mj-lt"/>
            </a:endParaRPr>
          </a:p>
        </p:txBody>
      </p:sp>
    </p:spTree>
    <p:extLst>
      <p:ext uri="{BB962C8B-B14F-4D97-AF65-F5344CB8AC3E}">
        <p14:creationId xmlns:p14="http://schemas.microsoft.com/office/powerpoint/2010/main" val="103810060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2_Third white half gradi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3B2449-29BC-FA3D-8E8C-DCCEE8B99D26}"/>
              </a:ext>
              <a:ext uri="{C183D7F6-B498-43B3-948B-1728B52AA6E4}">
                <adec:decorative xmlns:adec="http://schemas.microsoft.com/office/drawing/2017/decorative" val="1"/>
              </a:ext>
            </a:extLst>
          </p:cNvPr>
          <p:cNvSpPr/>
          <p:nvPr userDrawn="1"/>
        </p:nvSpPr>
        <p:spPr>
          <a:xfrm>
            <a:off x="-5080" y="0"/>
            <a:ext cx="4356100" cy="6858000"/>
          </a:xfrm>
          <a:prstGeom prst="rect">
            <a:avLst/>
          </a:prstGeom>
          <a:gradFill flip="none" rotWithShape="1">
            <a:gsLst>
              <a:gs pos="11000">
                <a:schemeClr val="accent4"/>
              </a:gs>
              <a:gs pos="100000">
                <a:srgbClr val="C03BC4"/>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sz="quarter" idx="10"/>
          </p:nvPr>
        </p:nvSpPr>
        <p:spPr>
          <a:xfrm>
            <a:off x="574816" y="1446836"/>
            <a:ext cx="3418450" cy="4171950"/>
          </a:xfrm>
        </p:spPr>
        <p:txBody>
          <a:bodyPr>
            <a:noAutofit/>
          </a:bodyPr>
          <a:lstStyle>
            <a:lvl1pPr marL="0" indent="0">
              <a:lnSpc>
                <a:spcPct val="100000"/>
              </a:lnSpc>
              <a:spcBef>
                <a:spcPts val="1600"/>
              </a:spcBef>
              <a:buNone/>
              <a:defRPr sz="1600">
                <a:solidFill>
                  <a:schemeClr val="bg1"/>
                </a:solidFill>
                <a:latin typeface="+mj-lt"/>
              </a:defRPr>
            </a:lvl1pPr>
            <a:lvl2pPr marL="0" indent="0">
              <a:lnSpc>
                <a:spcPct val="100000"/>
              </a:lnSpc>
              <a:spcBef>
                <a:spcPts val="900"/>
              </a:spcBef>
              <a:buNone/>
              <a:defRPr sz="1400">
                <a:solidFill>
                  <a:schemeClr val="bg1"/>
                </a:solidFill>
              </a:defRPr>
            </a:lvl2pPr>
            <a:lvl3pPr>
              <a:lnSpc>
                <a:spcPct val="100000"/>
              </a:lnSpc>
              <a:defRPr sz="1401">
                <a:solidFill>
                  <a:schemeClr val="bg1"/>
                </a:solidFill>
              </a:defRPr>
            </a:lvl3pPr>
            <a:lvl4pPr>
              <a:lnSpc>
                <a:spcPct val="100000"/>
              </a:lnSpc>
              <a:defRPr sz="1200">
                <a:solidFill>
                  <a:schemeClr val="bg1"/>
                </a:solidFill>
              </a:defRPr>
            </a:lvl4pPr>
            <a:lvl5pPr>
              <a:lnSpc>
                <a:spcPct val="100000"/>
              </a:lnSpc>
              <a:defRPr sz="1001">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a:extLst>
              <a:ext uri="{FF2B5EF4-FFF2-40B4-BE49-F238E27FC236}">
                <a16:creationId xmlns:a16="http://schemas.microsoft.com/office/drawing/2014/main" id="{A0B9A94C-F8F8-2A22-B125-7808DDC912F3}"/>
              </a:ext>
            </a:extLst>
          </p:cNvPr>
          <p:cNvSpPr>
            <a:spLocks noGrp="1"/>
          </p:cNvSpPr>
          <p:nvPr>
            <p:ph type="title"/>
          </p:nvPr>
        </p:nvSpPr>
        <p:spPr>
          <a:xfrm>
            <a:off x="574816" y="510988"/>
            <a:ext cx="3418450" cy="861774"/>
          </a:xfrm>
        </p:spPr>
        <p:txBody>
          <a:bodyPr wrap="square">
            <a:spAutoFit/>
          </a:bodyPr>
          <a:lstStyle>
            <a:lvl1pPr>
              <a:defRPr>
                <a:solidFill>
                  <a:schemeClr val="bg1"/>
                </a:solidFill>
              </a:defRPr>
            </a:lvl1pPr>
          </a:lstStyle>
          <a:p>
            <a:r>
              <a:rPr lang="en-US"/>
              <a:t>Click to edit Master title style</a:t>
            </a:r>
          </a:p>
        </p:txBody>
      </p:sp>
      <p:sp>
        <p:nvSpPr>
          <p:cNvPr id="8" name="Eyebrow placeholder">
            <a:extLst>
              <a:ext uri="{FF2B5EF4-FFF2-40B4-BE49-F238E27FC236}">
                <a16:creationId xmlns:a16="http://schemas.microsoft.com/office/drawing/2014/main" id="{B0B136DF-1567-C57A-E4C1-C541F62F78C1}"/>
              </a:ext>
            </a:extLst>
          </p:cNvPr>
          <p:cNvSpPr>
            <a:spLocks noGrp="1"/>
          </p:cNvSpPr>
          <p:nvPr>
            <p:ph type="body" sz="quarter" idx="11"/>
          </p:nvPr>
        </p:nvSpPr>
        <p:spPr>
          <a:xfrm>
            <a:off x="574816" y="246888"/>
            <a:ext cx="3418450" cy="246221"/>
          </a:xfrm>
        </p:spPr>
        <p:txBody>
          <a:bodyPr/>
          <a:lstStyle>
            <a:lvl1pPr marL="0" indent="0">
              <a:buNone/>
              <a:defRPr sz="1600">
                <a:solidFill>
                  <a:schemeClr val="bg1"/>
                </a:solidFill>
                <a:latin typeface="+mn-lt"/>
              </a:defRPr>
            </a:lvl1pPr>
          </a:lstStyle>
          <a:p>
            <a:pPr lvl="0"/>
            <a:r>
              <a:rPr lang="en-US"/>
              <a:t>Click to edit Master text styles</a:t>
            </a:r>
          </a:p>
        </p:txBody>
      </p:sp>
      <p:sp>
        <p:nvSpPr>
          <p:cNvPr id="11" name="Rounded Rectangle 1">
            <a:extLst>
              <a:ext uri="{FF2B5EF4-FFF2-40B4-BE49-F238E27FC236}">
                <a16:creationId xmlns:a16="http://schemas.microsoft.com/office/drawing/2014/main" id="{A364C5BA-B05D-814C-10DF-3F8EFD0D86D5}"/>
              </a:ext>
              <a:ext uri="{C183D7F6-B498-43B3-948B-1728B52AA6E4}">
                <adec:decorative xmlns:adec="http://schemas.microsoft.com/office/drawing/2017/decorative" val="1"/>
              </a:ext>
            </a:extLst>
          </p:cNvPr>
          <p:cNvSpPr/>
          <p:nvPr userDrawn="1"/>
        </p:nvSpPr>
        <p:spPr bwMode="auto">
          <a:xfrm rot="16200000">
            <a:off x="10952834" y="-649307"/>
            <a:ext cx="430211" cy="2048124"/>
          </a:xfrm>
          <a:prstGeom prst="round2SameRect">
            <a:avLst>
              <a:gd name="adj1" fmla="val 50000"/>
              <a:gd name="adj2" fmla="val 0"/>
            </a:avLst>
          </a:prstGeom>
          <a:solidFill>
            <a:srgbClr val="8C48FF"/>
          </a:solidFill>
          <a:ln w="6350" cap="flat" cmpd="sng" algn="ctr">
            <a:noFill/>
            <a:prstDash val="solid"/>
            <a:miter lim="800000"/>
            <a:headEnd type="none" w="med" len="med"/>
            <a:tailEnd type="none" w="med" len="med"/>
          </a:ln>
          <a:effectLst>
            <a:outerShdw blurRad="63500" dist="127000" dir="2700000" algn="tl" rotWithShape="0">
              <a:srgbClr val="454142">
                <a:alpha val="20000"/>
              </a:srgbClr>
            </a:outerShdw>
          </a:effectLst>
        </p:spPr>
        <p:txBody>
          <a:bodyPr rot="0" spcFirstLastPara="0" vertOverflow="overflow" horzOverflow="overflow" vert="vert"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025719"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chemeClr val="bg1"/>
              </a:solidFill>
              <a:effectLst/>
              <a:uLnTx/>
              <a:uFillTx/>
              <a:latin typeface="+mj-lt"/>
              <a:ea typeface="+mn-ea"/>
              <a:cs typeface="Segoe UI" pitchFamily="34" charset="0"/>
            </a:endParaRPr>
          </a:p>
        </p:txBody>
      </p:sp>
      <p:sp>
        <p:nvSpPr>
          <p:cNvPr id="9" name="Eyebrow placeholder">
            <a:extLst>
              <a:ext uri="{FF2B5EF4-FFF2-40B4-BE49-F238E27FC236}">
                <a16:creationId xmlns:a16="http://schemas.microsoft.com/office/drawing/2014/main" id="{E5007553-2304-3B37-0313-3D47AD44AC55}"/>
              </a:ext>
            </a:extLst>
          </p:cNvPr>
          <p:cNvSpPr>
            <a:spLocks noGrp="1"/>
          </p:cNvSpPr>
          <p:nvPr>
            <p:ph type="body" sz="quarter" idx="12"/>
          </p:nvPr>
        </p:nvSpPr>
        <p:spPr>
          <a:xfrm>
            <a:off x="6652855" y="282422"/>
            <a:ext cx="3418450" cy="184666"/>
          </a:xfrm>
        </p:spPr>
        <p:txBody>
          <a:bodyPr/>
          <a:lstStyle>
            <a:lvl1pPr marL="0" indent="0" algn="r" defTabSz="932742" rtl="0" eaLnBrk="1" latinLnBrk="0" hangingPunct="1">
              <a:lnSpc>
                <a:spcPct val="100000"/>
              </a:lnSpc>
              <a:spcBef>
                <a:spcPct val="0"/>
              </a:spcBef>
              <a:buNone/>
              <a:defRPr lang="en-US" sz="1200" b="0" i="0" kern="1200" cap="none" spc="0" baseline="0" dirty="0">
                <a:ln w="3175">
                  <a:noFill/>
                </a:ln>
                <a:solidFill>
                  <a:srgbClr val="8C48FF"/>
                </a:solidFill>
                <a:effectLst/>
                <a:latin typeface="+mj-lt"/>
                <a:ea typeface="+mn-ea"/>
                <a:cs typeface="Segoe UI" pitchFamily="34" charset="0"/>
              </a:defRPr>
            </a:lvl1pPr>
          </a:lstStyle>
          <a:p>
            <a:pPr lvl="0"/>
            <a:r>
              <a:rPr lang="en-US"/>
              <a:t>Click to edit Master text styles</a:t>
            </a:r>
          </a:p>
        </p:txBody>
      </p:sp>
      <p:sp>
        <p:nvSpPr>
          <p:cNvPr id="10" name="Eyebrow placeholder">
            <a:extLst>
              <a:ext uri="{FF2B5EF4-FFF2-40B4-BE49-F238E27FC236}">
                <a16:creationId xmlns:a16="http://schemas.microsoft.com/office/drawing/2014/main" id="{1489D108-D367-5F79-4C8D-1D50209548C5}"/>
              </a:ext>
            </a:extLst>
          </p:cNvPr>
          <p:cNvSpPr>
            <a:spLocks noGrp="1"/>
          </p:cNvSpPr>
          <p:nvPr>
            <p:ph type="body" sz="quarter" idx="13" hasCustomPrompt="1"/>
          </p:nvPr>
        </p:nvSpPr>
        <p:spPr>
          <a:xfrm>
            <a:off x="10248900" y="251645"/>
            <a:ext cx="1859280" cy="246221"/>
          </a:xfrm>
        </p:spPr>
        <p:txBody>
          <a:bodyPr/>
          <a:lstStyle>
            <a:lvl1pPr marL="0" indent="0" algn="ctr" defTabSz="932742" rtl="0" eaLnBrk="1" latinLnBrk="0" hangingPunct="1">
              <a:lnSpc>
                <a:spcPct val="100000"/>
              </a:lnSpc>
              <a:spcBef>
                <a:spcPct val="0"/>
              </a:spcBef>
              <a:buNone/>
              <a:defRPr kumimoji="0" lang="en-US" sz="1600" b="0" i="0" u="none" strike="noStrike" kern="1200" cap="none" spc="0" normalizeH="0" baseline="0" dirty="0">
                <a:ln>
                  <a:noFill/>
                </a:ln>
                <a:solidFill>
                  <a:schemeClr val="bg1"/>
                </a:solidFill>
                <a:effectLst/>
                <a:uLnTx/>
                <a:uFillTx/>
                <a:latin typeface="+mj-lt"/>
                <a:ea typeface="+mn-ea"/>
                <a:cs typeface="Segoe UI" pitchFamily="34" charset="0"/>
              </a:defRPr>
            </a:lvl1pPr>
          </a:lstStyle>
          <a:p>
            <a:pPr marL="0" marR="0" lvl="0" indent="0" algn="ctr" defTabSz="1025719" rtl="0" eaLnBrk="1" fontAlgn="base" latinLnBrk="0" hangingPunct="1">
              <a:lnSpc>
                <a:spcPct val="100000"/>
              </a:lnSpc>
              <a:spcBef>
                <a:spcPct val="0"/>
              </a:spcBef>
              <a:spcAft>
                <a:spcPct val="0"/>
              </a:spcAft>
              <a:buClrTx/>
              <a:buSzTx/>
              <a:buFontTx/>
              <a:buNone/>
              <a:tabLst/>
              <a:defRPr/>
            </a:pPr>
            <a:r>
              <a:rPr lang="en-US"/>
              <a:t>Text Here</a:t>
            </a:r>
          </a:p>
        </p:txBody>
      </p:sp>
      <p:sp>
        <p:nvSpPr>
          <p:cNvPr id="13" name="Slide Number Placeholder 4">
            <a:extLst>
              <a:ext uri="{FF2B5EF4-FFF2-40B4-BE49-F238E27FC236}">
                <a16:creationId xmlns:a16="http://schemas.microsoft.com/office/drawing/2014/main" id="{CF596113-B1E9-A312-AA1A-B2668661EE32}"/>
              </a:ext>
            </a:extLst>
          </p:cNvPr>
          <p:cNvSpPr>
            <a:spLocks noGrp="1"/>
          </p:cNvSpPr>
          <p:nvPr>
            <p:ph type="sldNum" sz="quarter" idx="4"/>
          </p:nvPr>
        </p:nvSpPr>
        <p:spPr>
          <a:xfrm>
            <a:off x="11115040" y="6356350"/>
            <a:ext cx="781304" cy="365125"/>
          </a:xfrm>
          <a:prstGeom prst="rect">
            <a:avLst/>
          </a:prstGeom>
        </p:spPr>
        <p:txBody>
          <a:bodyPr vert="horz" lIns="91440" tIns="45720" rIns="91440" bIns="45720" rtlCol="0" anchor="ctr"/>
          <a:lstStyle>
            <a:lvl1pPr algn="r">
              <a:defRPr sz="1200">
                <a:solidFill>
                  <a:schemeClr val="tx1"/>
                </a:solidFill>
              </a:defRPr>
            </a:lvl1pPr>
          </a:lstStyle>
          <a:p>
            <a:fld id="{8F93FC27-A1D1-4A1D-8E2D-C92B07A03756}" type="slidenum">
              <a:rPr lang="en-US" smtClean="0"/>
              <a:pPr/>
              <a:t>‹#›</a:t>
            </a:fld>
            <a:endParaRPr lang="en-US"/>
          </a:p>
        </p:txBody>
      </p:sp>
      <p:grpSp>
        <p:nvGrpSpPr>
          <p:cNvPr id="15" name="Group 14">
            <a:extLst>
              <a:ext uri="{FF2B5EF4-FFF2-40B4-BE49-F238E27FC236}">
                <a16:creationId xmlns:a16="http://schemas.microsoft.com/office/drawing/2014/main" id="{E5E3B7B4-8782-437F-9733-1488E4BD4D32}"/>
              </a:ext>
            </a:extLst>
          </p:cNvPr>
          <p:cNvGrpSpPr/>
          <p:nvPr userDrawn="1"/>
        </p:nvGrpSpPr>
        <p:grpSpPr>
          <a:xfrm>
            <a:off x="9752967" y="6398361"/>
            <a:ext cx="274320" cy="274320"/>
            <a:chOff x="11001662" y="6398361"/>
            <a:chExt cx="274320" cy="274320"/>
          </a:xfrm>
        </p:grpSpPr>
        <p:sp>
          <p:nvSpPr>
            <p:cNvPr id="16" name="TextBox 15">
              <a:extLst>
                <a:ext uri="{FF2B5EF4-FFF2-40B4-BE49-F238E27FC236}">
                  <a16:creationId xmlns:a16="http://schemas.microsoft.com/office/drawing/2014/main" id="{0318B3BE-BDF0-BDFA-A24D-7CDC84D52628}"/>
                </a:ext>
              </a:extLst>
            </p:cNvPr>
            <p:cNvSpPr txBox="1"/>
            <p:nvPr userDrawn="1"/>
          </p:nvSpPr>
          <p:spPr>
            <a:xfrm>
              <a:off x="11001662" y="6398361"/>
              <a:ext cx="274320"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oAutofit/>
            </a:bodyPr>
            <a:lstStyle/>
            <a:p>
              <a:pPr algn="ctr"/>
              <a:endParaRPr lang="en-US" sz="1200">
                <a:solidFill>
                  <a:schemeClr val="accent4"/>
                </a:solidFill>
                <a:latin typeface="+mj-lt"/>
              </a:endParaRPr>
            </a:p>
          </p:txBody>
        </p:sp>
        <p:pic>
          <p:nvPicPr>
            <p:cNvPr id="17" name="Graphic 16" descr="Home with solid fill">
              <a:hlinkClick r:id="" action="ppaction://noaction"/>
              <a:extLst>
                <a:ext uri="{FF2B5EF4-FFF2-40B4-BE49-F238E27FC236}">
                  <a16:creationId xmlns:a16="http://schemas.microsoft.com/office/drawing/2014/main" id="{20924846-B9CB-A573-DC24-13DFD20871F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36918" y="6433618"/>
              <a:ext cx="203809" cy="203807"/>
            </a:xfrm>
            <a:prstGeom prst="rect">
              <a:avLst/>
            </a:prstGeom>
          </p:spPr>
        </p:pic>
      </p:grpSp>
      <p:sp>
        <p:nvSpPr>
          <p:cNvPr id="18" name="TextBox 17">
            <a:hlinkClick r:id="rId3" action="ppaction://hlinksldjump"/>
            <a:extLst>
              <a:ext uri="{FF2B5EF4-FFF2-40B4-BE49-F238E27FC236}">
                <a16:creationId xmlns:a16="http://schemas.microsoft.com/office/drawing/2014/main" id="{523009D0-2304-225C-B0C6-16C698C10A44}"/>
              </a:ext>
            </a:extLst>
          </p:cNvPr>
          <p:cNvSpPr txBox="1"/>
          <p:nvPr userDrawn="1"/>
        </p:nvSpPr>
        <p:spPr>
          <a:xfrm>
            <a:off x="10626114" y="6398366"/>
            <a:ext cx="275648" cy="274320"/>
          </a:xfrm>
          <a:prstGeom prst="ellipse">
            <a:avLst/>
          </a:prstGeom>
          <a:solidFill>
            <a:schemeClr val="bg1"/>
          </a:solidFill>
          <a:ln w="3175">
            <a:solidFill>
              <a:schemeClr val="accent4"/>
            </a:solid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accent4"/>
                </a:solidFill>
                <a:latin typeface="+mj-lt"/>
              </a:rPr>
              <a:t>A</a:t>
            </a:r>
          </a:p>
        </p:txBody>
      </p:sp>
      <p:sp>
        <p:nvSpPr>
          <p:cNvPr id="19" name="TextBox 18">
            <a:hlinkClick r:id="" action="ppaction://noaction"/>
            <a:extLst>
              <a:ext uri="{FF2B5EF4-FFF2-40B4-BE49-F238E27FC236}">
                <a16:creationId xmlns:a16="http://schemas.microsoft.com/office/drawing/2014/main" id="{0EE0B5E8-0685-9FCB-EB3C-8FC5A3B56FC6}"/>
              </a:ext>
            </a:extLst>
          </p:cNvPr>
          <p:cNvSpPr txBox="1"/>
          <p:nvPr userDrawn="1"/>
        </p:nvSpPr>
        <p:spPr>
          <a:xfrm>
            <a:off x="11063351" y="6399001"/>
            <a:ext cx="275648" cy="274320"/>
          </a:xfrm>
          <a:prstGeom prst="ellipse">
            <a:avLst/>
          </a:prstGeom>
          <a:solidFill>
            <a:schemeClr val="bg1"/>
          </a:solidFill>
          <a:ln w="3175">
            <a:solidFill>
              <a:schemeClr val="accent4"/>
            </a:solid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accent4"/>
                </a:solidFill>
                <a:latin typeface="+mj-lt"/>
              </a:rPr>
              <a:t>B</a:t>
            </a:r>
          </a:p>
        </p:txBody>
      </p:sp>
      <p:sp>
        <p:nvSpPr>
          <p:cNvPr id="20" name="TextBox 19">
            <a:hlinkClick r:id="" action="ppaction://hlinkshowjump?jump=previousslide"/>
            <a:extLst>
              <a:ext uri="{FF2B5EF4-FFF2-40B4-BE49-F238E27FC236}">
                <a16:creationId xmlns:a16="http://schemas.microsoft.com/office/drawing/2014/main" id="{03ACC020-D149-AD65-AFCE-2604B33A418A}"/>
              </a:ext>
            </a:extLst>
          </p:cNvPr>
          <p:cNvSpPr txBox="1"/>
          <p:nvPr userDrawn="1"/>
        </p:nvSpPr>
        <p:spPr>
          <a:xfrm>
            <a:off x="9315729" y="6398366"/>
            <a:ext cx="275648"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bg1"/>
                </a:solidFill>
                <a:latin typeface="+mj-lt"/>
                <a:sym typeface="Wingdings" panose="05000000000000000000" pitchFamily="2" charset="2"/>
              </a:rPr>
              <a:t></a:t>
            </a:r>
            <a:endParaRPr lang="en-US" sz="1600">
              <a:solidFill>
                <a:schemeClr val="bg1"/>
              </a:solidFill>
              <a:latin typeface="+mj-lt"/>
            </a:endParaRPr>
          </a:p>
        </p:txBody>
      </p:sp>
      <p:sp>
        <p:nvSpPr>
          <p:cNvPr id="21" name="TextBox 20">
            <a:hlinkClick r:id="" action="ppaction://hlinkshowjump?jump=nextslide"/>
            <a:extLst>
              <a:ext uri="{FF2B5EF4-FFF2-40B4-BE49-F238E27FC236}">
                <a16:creationId xmlns:a16="http://schemas.microsoft.com/office/drawing/2014/main" id="{203BB861-6B2A-2FB7-EAAA-D6299B775988}"/>
              </a:ext>
            </a:extLst>
          </p:cNvPr>
          <p:cNvSpPr txBox="1"/>
          <p:nvPr userDrawn="1"/>
        </p:nvSpPr>
        <p:spPr>
          <a:xfrm>
            <a:off x="10188877" y="6398366"/>
            <a:ext cx="275648"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bg1"/>
                </a:solidFill>
                <a:latin typeface="+mj-lt"/>
                <a:sym typeface="Wingdings" panose="05000000000000000000" pitchFamily="2" charset="2"/>
              </a:rPr>
              <a:t></a:t>
            </a:r>
            <a:endParaRPr lang="en-US" sz="1600">
              <a:solidFill>
                <a:schemeClr val="bg1"/>
              </a:solidFill>
              <a:latin typeface="+mj-lt"/>
            </a:endParaRPr>
          </a:p>
        </p:txBody>
      </p:sp>
    </p:spTree>
    <p:extLst>
      <p:ext uri="{BB962C8B-B14F-4D97-AF65-F5344CB8AC3E}">
        <p14:creationId xmlns:p14="http://schemas.microsoft.com/office/powerpoint/2010/main" val="109234849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3_Third white half gradi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3B2449-29BC-FA3D-8E8C-DCCEE8B99D26}"/>
              </a:ext>
              <a:ext uri="{C183D7F6-B498-43B3-948B-1728B52AA6E4}">
                <adec:decorative xmlns:adec="http://schemas.microsoft.com/office/drawing/2017/decorative" val="1"/>
              </a:ext>
            </a:extLst>
          </p:cNvPr>
          <p:cNvSpPr/>
          <p:nvPr userDrawn="1"/>
        </p:nvSpPr>
        <p:spPr>
          <a:xfrm>
            <a:off x="-5080" y="0"/>
            <a:ext cx="4356100" cy="6858000"/>
          </a:xfrm>
          <a:prstGeom prst="rect">
            <a:avLst/>
          </a:prstGeom>
          <a:gradFill flip="none" rotWithShape="1">
            <a:gsLst>
              <a:gs pos="11000">
                <a:schemeClr val="accent4"/>
              </a:gs>
              <a:gs pos="100000">
                <a:srgbClr val="C03BC4"/>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sz="quarter" idx="10"/>
          </p:nvPr>
        </p:nvSpPr>
        <p:spPr>
          <a:xfrm>
            <a:off x="574816" y="1446836"/>
            <a:ext cx="3418450" cy="4171950"/>
          </a:xfrm>
        </p:spPr>
        <p:txBody>
          <a:bodyPr>
            <a:noAutofit/>
          </a:bodyPr>
          <a:lstStyle>
            <a:lvl1pPr marL="0" indent="0">
              <a:lnSpc>
                <a:spcPct val="100000"/>
              </a:lnSpc>
              <a:spcBef>
                <a:spcPts val="1600"/>
              </a:spcBef>
              <a:buNone/>
              <a:defRPr sz="1600">
                <a:solidFill>
                  <a:schemeClr val="bg1"/>
                </a:solidFill>
                <a:latin typeface="+mj-lt"/>
              </a:defRPr>
            </a:lvl1pPr>
            <a:lvl2pPr marL="0" indent="0">
              <a:lnSpc>
                <a:spcPct val="100000"/>
              </a:lnSpc>
              <a:spcBef>
                <a:spcPts val="900"/>
              </a:spcBef>
              <a:buNone/>
              <a:defRPr sz="1400">
                <a:solidFill>
                  <a:schemeClr val="bg1"/>
                </a:solidFill>
              </a:defRPr>
            </a:lvl2pPr>
            <a:lvl3pPr>
              <a:lnSpc>
                <a:spcPct val="100000"/>
              </a:lnSpc>
              <a:defRPr sz="1401">
                <a:solidFill>
                  <a:schemeClr val="bg1"/>
                </a:solidFill>
              </a:defRPr>
            </a:lvl3pPr>
            <a:lvl4pPr>
              <a:lnSpc>
                <a:spcPct val="100000"/>
              </a:lnSpc>
              <a:defRPr sz="1200">
                <a:solidFill>
                  <a:schemeClr val="bg1"/>
                </a:solidFill>
              </a:defRPr>
            </a:lvl4pPr>
            <a:lvl5pPr>
              <a:lnSpc>
                <a:spcPct val="100000"/>
              </a:lnSpc>
              <a:defRPr sz="1001">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a:extLst>
              <a:ext uri="{FF2B5EF4-FFF2-40B4-BE49-F238E27FC236}">
                <a16:creationId xmlns:a16="http://schemas.microsoft.com/office/drawing/2014/main" id="{A0B9A94C-F8F8-2A22-B125-7808DDC912F3}"/>
              </a:ext>
            </a:extLst>
          </p:cNvPr>
          <p:cNvSpPr>
            <a:spLocks noGrp="1"/>
          </p:cNvSpPr>
          <p:nvPr>
            <p:ph type="title"/>
          </p:nvPr>
        </p:nvSpPr>
        <p:spPr>
          <a:xfrm>
            <a:off x="574816" y="510988"/>
            <a:ext cx="3418450" cy="861774"/>
          </a:xfrm>
        </p:spPr>
        <p:txBody>
          <a:bodyPr wrap="square">
            <a:spAutoFit/>
          </a:bodyPr>
          <a:lstStyle>
            <a:lvl1pPr>
              <a:defRPr>
                <a:solidFill>
                  <a:schemeClr val="bg1"/>
                </a:solidFill>
              </a:defRPr>
            </a:lvl1pPr>
          </a:lstStyle>
          <a:p>
            <a:r>
              <a:rPr lang="en-US"/>
              <a:t>Click to edit Master title style</a:t>
            </a:r>
          </a:p>
        </p:txBody>
      </p:sp>
      <p:sp>
        <p:nvSpPr>
          <p:cNvPr id="8" name="Eyebrow placeholder">
            <a:extLst>
              <a:ext uri="{FF2B5EF4-FFF2-40B4-BE49-F238E27FC236}">
                <a16:creationId xmlns:a16="http://schemas.microsoft.com/office/drawing/2014/main" id="{B0B136DF-1567-C57A-E4C1-C541F62F78C1}"/>
              </a:ext>
            </a:extLst>
          </p:cNvPr>
          <p:cNvSpPr>
            <a:spLocks noGrp="1"/>
          </p:cNvSpPr>
          <p:nvPr>
            <p:ph type="body" sz="quarter" idx="11"/>
          </p:nvPr>
        </p:nvSpPr>
        <p:spPr>
          <a:xfrm>
            <a:off x="574816" y="246888"/>
            <a:ext cx="3418450" cy="246221"/>
          </a:xfrm>
        </p:spPr>
        <p:txBody>
          <a:bodyPr/>
          <a:lstStyle>
            <a:lvl1pPr marL="0" indent="0">
              <a:buNone/>
              <a:defRPr sz="1600">
                <a:solidFill>
                  <a:schemeClr val="bg1"/>
                </a:solidFill>
                <a:latin typeface="+mn-lt"/>
              </a:defRPr>
            </a:lvl1pPr>
          </a:lstStyle>
          <a:p>
            <a:pPr lvl="0"/>
            <a:r>
              <a:rPr lang="en-US"/>
              <a:t>Click to edit Master text styles</a:t>
            </a:r>
          </a:p>
        </p:txBody>
      </p:sp>
      <p:sp>
        <p:nvSpPr>
          <p:cNvPr id="11" name="Rounded Rectangle 1">
            <a:extLst>
              <a:ext uri="{FF2B5EF4-FFF2-40B4-BE49-F238E27FC236}">
                <a16:creationId xmlns:a16="http://schemas.microsoft.com/office/drawing/2014/main" id="{A364C5BA-B05D-814C-10DF-3F8EFD0D86D5}"/>
              </a:ext>
              <a:ext uri="{C183D7F6-B498-43B3-948B-1728B52AA6E4}">
                <adec:decorative xmlns:adec="http://schemas.microsoft.com/office/drawing/2017/decorative" val="1"/>
              </a:ext>
            </a:extLst>
          </p:cNvPr>
          <p:cNvSpPr/>
          <p:nvPr userDrawn="1"/>
        </p:nvSpPr>
        <p:spPr bwMode="auto">
          <a:xfrm rot="16200000">
            <a:off x="10952834" y="-649307"/>
            <a:ext cx="430211" cy="2048124"/>
          </a:xfrm>
          <a:prstGeom prst="round2SameRect">
            <a:avLst>
              <a:gd name="adj1" fmla="val 50000"/>
              <a:gd name="adj2" fmla="val 0"/>
            </a:avLst>
          </a:prstGeom>
          <a:solidFill>
            <a:srgbClr val="52B471"/>
          </a:solidFill>
          <a:ln w="6350" cap="flat" cmpd="sng" algn="ctr">
            <a:noFill/>
            <a:prstDash val="solid"/>
            <a:miter lim="800000"/>
            <a:headEnd type="none" w="med" len="med"/>
            <a:tailEnd type="none" w="med" len="med"/>
          </a:ln>
          <a:effectLst>
            <a:outerShdw blurRad="63500" dist="127000" dir="2700000" algn="tl" rotWithShape="0">
              <a:srgbClr val="454142">
                <a:alpha val="20000"/>
              </a:srgbClr>
            </a:outerShdw>
          </a:effectLst>
        </p:spPr>
        <p:txBody>
          <a:bodyPr rot="0" spcFirstLastPara="0" vertOverflow="overflow" horzOverflow="overflow" vert="vert"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025719"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a:ln>
                <a:noFill/>
              </a:ln>
              <a:solidFill>
                <a:schemeClr val="bg1"/>
              </a:solidFill>
              <a:effectLst/>
              <a:uLnTx/>
              <a:uFillTx/>
              <a:latin typeface="+mj-lt"/>
              <a:ea typeface="+mn-ea"/>
              <a:cs typeface="Segoe UI" pitchFamily="34" charset="0"/>
            </a:endParaRPr>
          </a:p>
        </p:txBody>
      </p:sp>
      <p:sp>
        <p:nvSpPr>
          <p:cNvPr id="9" name="Eyebrow placeholder">
            <a:extLst>
              <a:ext uri="{FF2B5EF4-FFF2-40B4-BE49-F238E27FC236}">
                <a16:creationId xmlns:a16="http://schemas.microsoft.com/office/drawing/2014/main" id="{E5007553-2304-3B37-0313-3D47AD44AC55}"/>
              </a:ext>
            </a:extLst>
          </p:cNvPr>
          <p:cNvSpPr>
            <a:spLocks noGrp="1"/>
          </p:cNvSpPr>
          <p:nvPr>
            <p:ph type="body" sz="quarter" idx="12"/>
          </p:nvPr>
        </p:nvSpPr>
        <p:spPr>
          <a:xfrm>
            <a:off x="6652855" y="282422"/>
            <a:ext cx="3418450" cy="184666"/>
          </a:xfrm>
        </p:spPr>
        <p:txBody>
          <a:bodyPr/>
          <a:lstStyle>
            <a:lvl1pPr marL="0" indent="0" algn="r" defTabSz="932742" rtl="0" eaLnBrk="1" latinLnBrk="0" hangingPunct="1">
              <a:lnSpc>
                <a:spcPct val="100000"/>
              </a:lnSpc>
              <a:spcBef>
                <a:spcPct val="0"/>
              </a:spcBef>
              <a:buNone/>
              <a:defRPr lang="en-US" sz="1200" b="0" i="0" kern="1200" cap="none" spc="0" baseline="0" dirty="0">
                <a:ln w="3175">
                  <a:noFill/>
                </a:ln>
                <a:solidFill>
                  <a:srgbClr val="52B471"/>
                </a:solidFill>
                <a:effectLst/>
                <a:latin typeface="+mj-lt"/>
                <a:ea typeface="+mn-ea"/>
                <a:cs typeface="Segoe UI" pitchFamily="34" charset="0"/>
              </a:defRPr>
            </a:lvl1pPr>
          </a:lstStyle>
          <a:p>
            <a:pPr lvl="0"/>
            <a:r>
              <a:rPr lang="en-US"/>
              <a:t>Click to edit Master text styles</a:t>
            </a:r>
          </a:p>
        </p:txBody>
      </p:sp>
      <p:sp>
        <p:nvSpPr>
          <p:cNvPr id="10" name="Eyebrow placeholder">
            <a:extLst>
              <a:ext uri="{FF2B5EF4-FFF2-40B4-BE49-F238E27FC236}">
                <a16:creationId xmlns:a16="http://schemas.microsoft.com/office/drawing/2014/main" id="{1489D108-D367-5F79-4C8D-1D50209548C5}"/>
              </a:ext>
            </a:extLst>
          </p:cNvPr>
          <p:cNvSpPr>
            <a:spLocks noGrp="1"/>
          </p:cNvSpPr>
          <p:nvPr>
            <p:ph type="body" sz="quarter" idx="13" hasCustomPrompt="1"/>
          </p:nvPr>
        </p:nvSpPr>
        <p:spPr>
          <a:xfrm>
            <a:off x="10248900" y="251645"/>
            <a:ext cx="1859280" cy="246221"/>
          </a:xfrm>
        </p:spPr>
        <p:txBody>
          <a:bodyPr/>
          <a:lstStyle>
            <a:lvl1pPr marL="0" indent="0" algn="ctr" defTabSz="932742" rtl="0" eaLnBrk="1" latinLnBrk="0" hangingPunct="1">
              <a:lnSpc>
                <a:spcPct val="100000"/>
              </a:lnSpc>
              <a:spcBef>
                <a:spcPct val="0"/>
              </a:spcBef>
              <a:buNone/>
              <a:defRPr kumimoji="0" lang="en-US" sz="1600" b="0" i="0" u="none" strike="noStrike" kern="1200" cap="none" spc="0" normalizeH="0" baseline="0" dirty="0">
                <a:ln>
                  <a:noFill/>
                </a:ln>
                <a:solidFill>
                  <a:schemeClr val="bg1"/>
                </a:solidFill>
                <a:effectLst/>
                <a:uLnTx/>
                <a:uFillTx/>
                <a:latin typeface="+mj-lt"/>
                <a:ea typeface="+mn-ea"/>
                <a:cs typeface="Segoe UI" pitchFamily="34" charset="0"/>
              </a:defRPr>
            </a:lvl1pPr>
          </a:lstStyle>
          <a:p>
            <a:pPr marL="0" marR="0" lvl="0" indent="0" algn="ctr" defTabSz="1025719" rtl="0" eaLnBrk="1" fontAlgn="base" latinLnBrk="0" hangingPunct="1">
              <a:lnSpc>
                <a:spcPct val="100000"/>
              </a:lnSpc>
              <a:spcBef>
                <a:spcPct val="0"/>
              </a:spcBef>
              <a:spcAft>
                <a:spcPct val="0"/>
              </a:spcAft>
              <a:buClrTx/>
              <a:buSzTx/>
              <a:buFontTx/>
              <a:buNone/>
              <a:tabLst/>
              <a:defRPr/>
            </a:pPr>
            <a:r>
              <a:rPr lang="en-US"/>
              <a:t>Text Here</a:t>
            </a:r>
          </a:p>
        </p:txBody>
      </p:sp>
      <p:sp>
        <p:nvSpPr>
          <p:cNvPr id="13" name="Slide Number Placeholder 4">
            <a:extLst>
              <a:ext uri="{FF2B5EF4-FFF2-40B4-BE49-F238E27FC236}">
                <a16:creationId xmlns:a16="http://schemas.microsoft.com/office/drawing/2014/main" id="{CF596113-B1E9-A312-AA1A-B2668661EE32}"/>
              </a:ext>
            </a:extLst>
          </p:cNvPr>
          <p:cNvSpPr>
            <a:spLocks noGrp="1"/>
          </p:cNvSpPr>
          <p:nvPr>
            <p:ph type="sldNum" sz="quarter" idx="4"/>
          </p:nvPr>
        </p:nvSpPr>
        <p:spPr>
          <a:xfrm>
            <a:off x="11115040" y="6356350"/>
            <a:ext cx="781304" cy="365125"/>
          </a:xfrm>
          <a:prstGeom prst="rect">
            <a:avLst/>
          </a:prstGeom>
        </p:spPr>
        <p:txBody>
          <a:bodyPr vert="horz" lIns="91440" tIns="45720" rIns="91440" bIns="45720" rtlCol="0" anchor="ctr"/>
          <a:lstStyle>
            <a:lvl1pPr algn="r">
              <a:defRPr sz="1200">
                <a:solidFill>
                  <a:schemeClr val="tx1"/>
                </a:solidFill>
              </a:defRPr>
            </a:lvl1pPr>
          </a:lstStyle>
          <a:p>
            <a:fld id="{8F93FC27-A1D1-4A1D-8E2D-C92B07A03756}" type="slidenum">
              <a:rPr lang="en-US" smtClean="0"/>
              <a:pPr/>
              <a:t>‹#›</a:t>
            </a:fld>
            <a:endParaRPr lang="en-US"/>
          </a:p>
        </p:txBody>
      </p:sp>
      <p:grpSp>
        <p:nvGrpSpPr>
          <p:cNvPr id="15" name="Group 14">
            <a:extLst>
              <a:ext uri="{FF2B5EF4-FFF2-40B4-BE49-F238E27FC236}">
                <a16:creationId xmlns:a16="http://schemas.microsoft.com/office/drawing/2014/main" id="{C53C0CF0-6CE5-5C3B-6154-DCC68F2AB5A4}"/>
              </a:ext>
            </a:extLst>
          </p:cNvPr>
          <p:cNvGrpSpPr/>
          <p:nvPr userDrawn="1"/>
        </p:nvGrpSpPr>
        <p:grpSpPr>
          <a:xfrm>
            <a:off x="9752967" y="6398361"/>
            <a:ext cx="274320" cy="274320"/>
            <a:chOff x="11001662" y="6398361"/>
            <a:chExt cx="274320" cy="274320"/>
          </a:xfrm>
        </p:grpSpPr>
        <p:sp>
          <p:nvSpPr>
            <p:cNvPr id="16" name="TextBox 15">
              <a:extLst>
                <a:ext uri="{FF2B5EF4-FFF2-40B4-BE49-F238E27FC236}">
                  <a16:creationId xmlns:a16="http://schemas.microsoft.com/office/drawing/2014/main" id="{56CA29C0-0F72-D584-1546-FC3F0B1ACA9B}"/>
                </a:ext>
              </a:extLst>
            </p:cNvPr>
            <p:cNvSpPr txBox="1"/>
            <p:nvPr userDrawn="1"/>
          </p:nvSpPr>
          <p:spPr>
            <a:xfrm>
              <a:off x="11001662" y="6398361"/>
              <a:ext cx="274320"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oAutofit/>
            </a:bodyPr>
            <a:lstStyle/>
            <a:p>
              <a:pPr algn="ctr"/>
              <a:endParaRPr lang="en-US" sz="1200">
                <a:solidFill>
                  <a:schemeClr val="accent4"/>
                </a:solidFill>
                <a:latin typeface="+mj-lt"/>
              </a:endParaRPr>
            </a:p>
          </p:txBody>
        </p:sp>
        <p:pic>
          <p:nvPicPr>
            <p:cNvPr id="17" name="Graphic 16" descr="Home with solid fill">
              <a:hlinkClick r:id="" action="ppaction://noaction"/>
              <a:extLst>
                <a:ext uri="{FF2B5EF4-FFF2-40B4-BE49-F238E27FC236}">
                  <a16:creationId xmlns:a16="http://schemas.microsoft.com/office/drawing/2014/main" id="{624E199C-EA45-593D-5155-792F0EAEB32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36918" y="6433618"/>
              <a:ext cx="203809" cy="203807"/>
            </a:xfrm>
            <a:prstGeom prst="rect">
              <a:avLst/>
            </a:prstGeom>
          </p:spPr>
        </p:pic>
      </p:grpSp>
      <p:sp>
        <p:nvSpPr>
          <p:cNvPr id="18" name="TextBox 17">
            <a:hlinkClick r:id="rId3" action="ppaction://hlinksldjump"/>
            <a:extLst>
              <a:ext uri="{FF2B5EF4-FFF2-40B4-BE49-F238E27FC236}">
                <a16:creationId xmlns:a16="http://schemas.microsoft.com/office/drawing/2014/main" id="{3954D973-EA23-B5D2-0397-0ACB31F4F4F7}"/>
              </a:ext>
            </a:extLst>
          </p:cNvPr>
          <p:cNvSpPr txBox="1"/>
          <p:nvPr userDrawn="1"/>
        </p:nvSpPr>
        <p:spPr>
          <a:xfrm>
            <a:off x="10626114" y="6398366"/>
            <a:ext cx="275648" cy="274320"/>
          </a:xfrm>
          <a:prstGeom prst="ellipse">
            <a:avLst/>
          </a:prstGeom>
          <a:solidFill>
            <a:schemeClr val="bg1"/>
          </a:solidFill>
          <a:ln w="3175">
            <a:solidFill>
              <a:schemeClr val="accent4"/>
            </a:solid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accent4"/>
                </a:solidFill>
                <a:latin typeface="+mj-lt"/>
              </a:rPr>
              <a:t>A</a:t>
            </a:r>
          </a:p>
        </p:txBody>
      </p:sp>
      <p:sp>
        <p:nvSpPr>
          <p:cNvPr id="19" name="TextBox 18">
            <a:hlinkClick r:id="" action="ppaction://noaction"/>
            <a:extLst>
              <a:ext uri="{FF2B5EF4-FFF2-40B4-BE49-F238E27FC236}">
                <a16:creationId xmlns:a16="http://schemas.microsoft.com/office/drawing/2014/main" id="{D9297F74-A04A-D4A6-721D-5C3BACFCAB77}"/>
              </a:ext>
            </a:extLst>
          </p:cNvPr>
          <p:cNvSpPr txBox="1"/>
          <p:nvPr userDrawn="1"/>
        </p:nvSpPr>
        <p:spPr>
          <a:xfrm>
            <a:off x="11063351" y="6399001"/>
            <a:ext cx="275648" cy="274320"/>
          </a:xfrm>
          <a:prstGeom prst="ellipse">
            <a:avLst/>
          </a:prstGeom>
          <a:solidFill>
            <a:schemeClr val="bg1"/>
          </a:solidFill>
          <a:ln w="3175">
            <a:solidFill>
              <a:schemeClr val="accent4"/>
            </a:solid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accent4"/>
                </a:solidFill>
                <a:latin typeface="+mj-lt"/>
              </a:rPr>
              <a:t>B</a:t>
            </a:r>
          </a:p>
        </p:txBody>
      </p:sp>
      <p:sp>
        <p:nvSpPr>
          <p:cNvPr id="20" name="TextBox 19">
            <a:hlinkClick r:id="" action="ppaction://hlinkshowjump?jump=previousslide"/>
            <a:extLst>
              <a:ext uri="{FF2B5EF4-FFF2-40B4-BE49-F238E27FC236}">
                <a16:creationId xmlns:a16="http://schemas.microsoft.com/office/drawing/2014/main" id="{EC81BCEB-0A6A-852B-5D4B-4163ABD45FC5}"/>
              </a:ext>
            </a:extLst>
          </p:cNvPr>
          <p:cNvSpPr txBox="1"/>
          <p:nvPr userDrawn="1"/>
        </p:nvSpPr>
        <p:spPr>
          <a:xfrm>
            <a:off x="9315729" y="6398366"/>
            <a:ext cx="275648"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bg1"/>
                </a:solidFill>
                <a:latin typeface="+mj-lt"/>
                <a:sym typeface="Wingdings" panose="05000000000000000000" pitchFamily="2" charset="2"/>
              </a:rPr>
              <a:t></a:t>
            </a:r>
            <a:endParaRPr lang="en-US" sz="1600">
              <a:solidFill>
                <a:schemeClr val="bg1"/>
              </a:solidFill>
              <a:latin typeface="+mj-lt"/>
            </a:endParaRPr>
          </a:p>
        </p:txBody>
      </p:sp>
      <p:sp>
        <p:nvSpPr>
          <p:cNvPr id="26" name="TextBox 25">
            <a:hlinkClick r:id="" action="ppaction://hlinkshowjump?jump=nextslide"/>
            <a:extLst>
              <a:ext uri="{FF2B5EF4-FFF2-40B4-BE49-F238E27FC236}">
                <a16:creationId xmlns:a16="http://schemas.microsoft.com/office/drawing/2014/main" id="{5651F9EE-903F-5D80-EBFB-DEBB903D2039}"/>
              </a:ext>
            </a:extLst>
          </p:cNvPr>
          <p:cNvSpPr txBox="1"/>
          <p:nvPr userDrawn="1"/>
        </p:nvSpPr>
        <p:spPr>
          <a:xfrm>
            <a:off x="10188877" y="6398366"/>
            <a:ext cx="275648" cy="274320"/>
          </a:xfrm>
          <a:prstGeom prst="ellipse">
            <a:avLst/>
          </a:prstGeom>
          <a:solidFill>
            <a:schemeClr val="accent4"/>
          </a:solidFill>
          <a:ln w="3175">
            <a:noFill/>
          </a:ln>
          <a:effectLst>
            <a:outerShdw blurRad="76200" dist="38100" dir="2700000" algn="tl" rotWithShape="0">
              <a:prstClr val="black">
                <a:alpha val="25000"/>
              </a:prstClr>
            </a:outerShdw>
          </a:effectLst>
        </p:spPr>
        <p:txBody>
          <a:bodyPr wrap="none" lIns="45720" tIns="45720" rIns="45720" bIns="45720" rtlCol="0" anchor="ctr" anchorCtr="0">
            <a:noAutofit/>
          </a:bodyPr>
          <a:lstStyle/>
          <a:p>
            <a:pPr algn="ctr"/>
            <a:r>
              <a:rPr lang="en-US" sz="1600">
                <a:solidFill>
                  <a:schemeClr val="bg1"/>
                </a:solidFill>
                <a:latin typeface="+mj-lt"/>
                <a:sym typeface="Wingdings" panose="05000000000000000000" pitchFamily="2" charset="2"/>
              </a:rPr>
              <a:t></a:t>
            </a:r>
            <a:endParaRPr lang="en-US" sz="1600">
              <a:solidFill>
                <a:schemeClr val="bg1"/>
              </a:solidFill>
              <a:latin typeface="+mj-lt"/>
            </a:endParaRPr>
          </a:p>
        </p:txBody>
      </p:sp>
    </p:spTree>
    <p:extLst>
      <p:ext uri="{BB962C8B-B14F-4D97-AF65-F5344CB8AC3E}">
        <p14:creationId xmlns:p14="http://schemas.microsoft.com/office/powerpoint/2010/main" val="267998752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1_Half white half gradient">
    <p:spTree>
      <p:nvGrpSpPr>
        <p:cNvPr id="1" name=""/>
        <p:cNvGrpSpPr/>
        <p:nvPr/>
      </p:nvGrpSpPr>
      <p:grpSpPr>
        <a:xfrm>
          <a:off x="0" y="0"/>
          <a:ext cx="0" cy="0"/>
          <a:chOff x="0" y="0"/>
          <a:chExt cx="0" cy="0"/>
        </a:xfrm>
      </p:grpSpPr>
      <p:pic>
        <p:nvPicPr>
          <p:cNvPr id="8" name="Picture 7" descr="A colorful logo in a spiral&#10;&#10;Description automatically generated">
            <a:extLst>
              <a:ext uri="{FF2B5EF4-FFF2-40B4-BE49-F238E27FC236}">
                <a16:creationId xmlns:a16="http://schemas.microsoft.com/office/drawing/2014/main" id="{D5CC03C5-DF34-0105-E2E1-CB17FC891B9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173B2449-29BC-FA3D-8E8C-DCCEE8B99D26}"/>
              </a:ext>
              <a:ext uri="{C183D7F6-B498-43B3-948B-1728B52AA6E4}">
                <adec:decorative xmlns:adec="http://schemas.microsoft.com/office/drawing/2017/decorative" val="1"/>
              </a:ext>
            </a:extLst>
          </p:cNvPr>
          <p:cNvSpPr/>
          <p:nvPr userDrawn="1"/>
        </p:nvSpPr>
        <p:spPr>
          <a:xfrm>
            <a:off x="-5080" y="0"/>
            <a:ext cx="4356100" cy="67754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sz="quarter" idx="10"/>
          </p:nvPr>
        </p:nvSpPr>
        <p:spPr>
          <a:xfrm>
            <a:off x="574816" y="1828801"/>
            <a:ext cx="3267979" cy="4171950"/>
          </a:xfrm>
        </p:spPr>
        <p:txBody>
          <a:bodyPr>
            <a:noAutofit/>
          </a:bodyPr>
          <a:lstStyle>
            <a:lvl1pPr marL="0" indent="0">
              <a:lnSpc>
                <a:spcPct val="100000"/>
              </a:lnSpc>
              <a:spcBef>
                <a:spcPts val="1600"/>
              </a:spcBef>
              <a:buNone/>
              <a:defRPr sz="1600">
                <a:solidFill>
                  <a:schemeClr val="accent2"/>
                </a:solidFill>
                <a:latin typeface="+mj-lt"/>
              </a:defRPr>
            </a:lvl1pPr>
            <a:lvl2pPr marL="0" indent="0">
              <a:lnSpc>
                <a:spcPct val="100000"/>
              </a:lnSpc>
              <a:spcBef>
                <a:spcPts val="900"/>
              </a:spcBef>
              <a:buNone/>
              <a:defRPr sz="1400">
                <a:solidFill>
                  <a:srgbClr val="000000"/>
                </a:solidFill>
              </a:defRPr>
            </a:lvl2pPr>
            <a:lvl3pPr>
              <a:lnSpc>
                <a:spcPct val="100000"/>
              </a:lnSpc>
              <a:defRPr sz="1401">
                <a:solidFill>
                  <a:srgbClr val="000000"/>
                </a:solidFill>
              </a:defRPr>
            </a:lvl3pPr>
            <a:lvl4pPr>
              <a:lnSpc>
                <a:spcPct val="100000"/>
              </a:lnSpc>
              <a:defRPr sz="1200">
                <a:solidFill>
                  <a:srgbClr val="000000"/>
                </a:solidFill>
              </a:defRPr>
            </a:lvl4pPr>
            <a:lvl5pPr>
              <a:lnSpc>
                <a:spcPct val="100000"/>
              </a:lnSpc>
              <a:defRPr sz="1001">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4321A61E-DF9E-F052-06B1-83ADA07FFD3F}"/>
              </a:ext>
              <a:ext uri="{C183D7F6-B498-43B3-948B-1728B52AA6E4}">
                <adec:decorative xmlns:adec="http://schemas.microsoft.com/office/drawing/2017/decorative" val="1"/>
              </a:ext>
            </a:extLst>
          </p:cNvPr>
          <p:cNvSpPr/>
          <p:nvPr userDrawn="1"/>
        </p:nvSpPr>
        <p:spPr>
          <a:xfrm>
            <a:off x="0" y="6692900"/>
            <a:ext cx="12192000" cy="165100"/>
          </a:xfrm>
          <a:prstGeom prst="rect">
            <a:avLst/>
          </a:prstGeom>
          <a:gradFill flip="none" rotWithShape="1">
            <a:gsLst>
              <a:gs pos="20000">
                <a:srgbClr val="8661C5"/>
              </a:gs>
              <a:gs pos="100000">
                <a:srgbClr val="C03BC4"/>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A0B9A94C-F8F8-2A22-B125-7808DDC912F3}"/>
              </a:ext>
            </a:extLst>
          </p:cNvPr>
          <p:cNvSpPr>
            <a:spLocks noGrp="1"/>
          </p:cNvSpPr>
          <p:nvPr>
            <p:ph type="title"/>
          </p:nvPr>
        </p:nvSpPr>
        <p:spPr>
          <a:xfrm>
            <a:off x="574816" y="510988"/>
            <a:ext cx="3267979" cy="430887"/>
          </a:xfrm>
        </p:spPr>
        <p:txBody>
          <a:bodyPr/>
          <a:lstStyle/>
          <a:p>
            <a:r>
              <a:rPr lang="en-US"/>
              <a:t>Click to edit Master title style</a:t>
            </a:r>
          </a:p>
        </p:txBody>
      </p:sp>
      <p:sp>
        <p:nvSpPr>
          <p:cNvPr id="9" name="Slide Number Placeholder 4">
            <a:extLst>
              <a:ext uri="{FF2B5EF4-FFF2-40B4-BE49-F238E27FC236}">
                <a16:creationId xmlns:a16="http://schemas.microsoft.com/office/drawing/2014/main" id="{67F1375F-105C-B1EC-0FB9-83964A7536DB}"/>
              </a:ext>
            </a:extLst>
          </p:cNvPr>
          <p:cNvSpPr>
            <a:spLocks noGrp="1"/>
          </p:cNvSpPr>
          <p:nvPr>
            <p:ph type="sldNum" sz="quarter" idx="4"/>
          </p:nvPr>
        </p:nvSpPr>
        <p:spPr>
          <a:xfrm>
            <a:off x="11115040" y="6356350"/>
            <a:ext cx="781304" cy="365125"/>
          </a:xfrm>
          <a:prstGeom prst="rect">
            <a:avLst/>
          </a:prstGeom>
        </p:spPr>
        <p:txBody>
          <a:bodyPr vert="horz" lIns="91440" tIns="45720" rIns="91440" bIns="45720" rtlCol="0" anchor="ctr"/>
          <a:lstStyle>
            <a:lvl1pPr algn="r">
              <a:defRPr sz="1200">
                <a:solidFill>
                  <a:schemeClr val="tx1"/>
                </a:solidFill>
              </a:defRPr>
            </a:lvl1pPr>
          </a:lstStyle>
          <a:p>
            <a:fld id="{8F93FC27-A1D1-4A1D-8E2D-C92B07A03756}" type="slidenum">
              <a:rPr lang="en-US" smtClean="0"/>
              <a:pPr/>
              <a:t>‹#›</a:t>
            </a:fld>
            <a:endParaRPr lang="en-US"/>
          </a:p>
        </p:txBody>
      </p:sp>
    </p:spTree>
    <p:extLst>
      <p:ext uri="{BB962C8B-B14F-4D97-AF65-F5344CB8AC3E}">
        <p14:creationId xmlns:p14="http://schemas.microsoft.com/office/powerpoint/2010/main" val="14408895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pic>
        <p:nvPicPr>
          <p:cNvPr id="7" name="Picture 6" descr="A close-up of various colored squares&#10;&#10;Description automatically generated">
            <a:extLst>
              <a:ext uri="{FF2B5EF4-FFF2-40B4-BE49-F238E27FC236}">
                <a16:creationId xmlns:a16="http://schemas.microsoft.com/office/drawing/2014/main" id="{9D846BCE-797B-CD42-BAAC-CDAF9B74DBC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4"/>
          <a:stretch/>
        </p:blipFill>
        <p:spPr>
          <a:xfrm flipH="1">
            <a:off x="0" y="0"/>
            <a:ext cx="12192000" cy="6858000"/>
          </a:xfrm>
          <a:prstGeom prst="rect">
            <a:avLst/>
          </a:prstGeom>
        </p:spPr>
      </p:pic>
      <p:sp>
        <p:nvSpPr>
          <p:cNvPr id="2" name="Text Box 3"/>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bg1"/>
                </a:solidFill>
                <a:cs typeface="Segoe UI" pitchFamily="34" charset="0"/>
              </a:rPr>
              <a:t>© Copyright Microsoft Corporation. All rights reserved. </a:t>
            </a:r>
          </a:p>
        </p:txBody>
      </p:sp>
      <p:pic>
        <p:nvPicPr>
          <p:cNvPr id="5" name="MS logo gray - EMF">
            <a:extLst>
              <a:ext uri="{FF2B5EF4-FFF2-40B4-BE49-F238E27FC236}">
                <a16:creationId xmlns:a16="http://schemas.microsoft.com/office/drawing/2014/main" id="{6C88F8DF-99E1-F91B-C80F-987B6DD657F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283297" y="281709"/>
            <a:ext cx="2440148" cy="902855"/>
          </a:xfrm>
          <a:prstGeom prst="rect">
            <a:avLst/>
          </a:prstGeom>
        </p:spPr>
      </p:pic>
      <p:sp>
        <p:nvSpPr>
          <p:cNvPr id="4" name="Title 1">
            <a:extLst>
              <a:ext uri="{FF2B5EF4-FFF2-40B4-BE49-F238E27FC236}">
                <a16:creationId xmlns:a16="http://schemas.microsoft.com/office/drawing/2014/main" id="{7EEB9BC1-F8A9-D267-565C-9DB4879C9DF4}"/>
              </a:ext>
            </a:extLst>
          </p:cNvPr>
          <p:cNvSpPr>
            <a:spLocks noGrp="1"/>
          </p:cNvSpPr>
          <p:nvPr>
            <p:ph type="title" hasCustomPrompt="1"/>
          </p:nvPr>
        </p:nvSpPr>
        <p:spPr>
          <a:xfrm>
            <a:off x="584200" y="3182778"/>
            <a:ext cx="3683000" cy="492443"/>
          </a:xfrm>
        </p:spPr>
        <p:txBody>
          <a:bodyPr wrap="square" rIns="0" anchor="ctr" anchorCtr="0">
            <a:spAutoFit/>
          </a:bodyPr>
          <a:lstStyle>
            <a:lvl1pPr>
              <a:lnSpc>
                <a:spcPct val="100000"/>
              </a:lnSpc>
              <a:defRPr sz="3200" b="0" spc="-49" baseline="0">
                <a:solidFill>
                  <a:srgbClr val="000000"/>
                </a:solidFill>
                <a:latin typeface="+mj-lt"/>
                <a:cs typeface="Segoe UI Semilight" panose="020B0402040204020203" pitchFamily="34" charset="0"/>
              </a:defRPr>
            </a:lvl1pPr>
          </a:lstStyle>
          <a:p>
            <a:r>
              <a:rPr lang="en-US"/>
              <a:t>Divider slide</a:t>
            </a:r>
          </a:p>
        </p:txBody>
      </p:sp>
      <p:sp>
        <p:nvSpPr>
          <p:cNvPr id="6" name="Slide Number Placeholder 4">
            <a:extLst>
              <a:ext uri="{FF2B5EF4-FFF2-40B4-BE49-F238E27FC236}">
                <a16:creationId xmlns:a16="http://schemas.microsoft.com/office/drawing/2014/main" id="{7FBDC260-0BF0-294E-967D-CFCE08D4067E}"/>
              </a:ext>
            </a:extLst>
          </p:cNvPr>
          <p:cNvSpPr>
            <a:spLocks noGrp="1"/>
          </p:cNvSpPr>
          <p:nvPr>
            <p:ph type="sldNum" sz="quarter" idx="4"/>
          </p:nvPr>
        </p:nvSpPr>
        <p:spPr>
          <a:xfrm>
            <a:off x="11115040" y="6356350"/>
            <a:ext cx="781304" cy="365125"/>
          </a:xfrm>
          <a:prstGeom prst="rect">
            <a:avLst/>
          </a:prstGeom>
        </p:spPr>
        <p:txBody>
          <a:bodyPr vert="horz" lIns="91440" tIns="45720" rIns="91440" bIns="45720" rtlCol="0" anchor="ctr"/>
          <a:lstStyle>
            <a:lvl1pPr algn="r">
              <a:defRPr sz="1200">
                <a:solidFill>
                  <a:schemeClr val="bg1"/>
                </a:solidFill>
              </a:defRPr>
            </a:lvl1pPr>
          </a:lstStyle>
          <a:p>
            <a:fld id="{8F93FC27-A1D1-4A1D-8E2D-C92B07A03756}" type="slidenum">
              <a:rPr lang="en-US" smtClean="0"/>
              <a:pPr/>
              <a:t>‹#›</a:t>
            </a:fld>
            <a:endParaRPr lang="en-US"/>
          </a:p>
        </p:txBody>
      </p:sp>
    </p:spTree>
    <p:extLst>
      <p:ext uri="{BB962C8B-B14F-4D97-AF65-F5344CB8AC3E}">
        <p14:creationId xmlns:p14="http://schemas.microsoft.com/office/powerpoint/2010/main" val="215954470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losing logo slide 2">
    <p:bg>
      <p:bgPr>
        <a:solidFill>
          <a:schemeClr val="accent1"/>
        </a:solidFill>
        <a:effectLst/>
      </p:bgPr>
    </p:bg>
    <p:spTree>
      <p:nvGrpSpPr>
        <p:cNvPr id="1" name=""/>
        <p:cNvGrpSpPr/>
        <p:nvPr/>
      </p:nvGrpSpPr>
      <p:grpSpPr>
        <a:xfrm>
          <a:off x="0" y="0"/>
          <a:ext cx="0" cy="0"/>
          <a:chOff x="0" y="0"/>
          <a:chExt cx="0" cy="0"/>
        </a:xfrm>
      </p:grpSpPr>
      <p:pic>
        <p:nvPicPr>
          <p:cNvPr id="7" name="Picture 6" descr="A close-up of various colored squares&#10;&#10;Description automatically generated">
            <a:extLst>
              <a:ext uri="{FF2B5EF4-FFF2-40B4-BE49-F238E27FC236}">
                <a16:creationId xmlns:a16="http://schemas.microsoft.com/office/drawing/2014/main" id="{9D846BCE-797B-CD42-BAAC-CDAF9B74DBC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4"/>
          <a:stretch/>
        </p:blipFill>
        <p:spPr>
          <a:xfrm flipH="1">
            <a:off x="0" y="0"/>
            <a:ext cx="12192000" cy="6858000"/>
          </a:xfrm>
          <a:prstGeom prst="rect">
            <a:avLst/>
          </a:prstGeom>
        </p:spPr>
      </p:pic>
      <p:sp>
        <p:nvSpPr>
          <p:cNvPr id="2" name="Text Box 3"/>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bg1"/>
                </a:solidFill>
                <a:cs typeface="Segoe UI" pitchFamily="34" charset="0"/>
              </a:rPr>
              <a:t>© Copyright Microsoft Corporation. All rights reserved. </a:t>
            </a:r>
          </a:p>
        </p:txBody>
      </p:sp>
      <p:pic>
        <p:nvPicPr>
          <p:cNvPr id="5" name="MS logo gray - EMF">
            <a:extLst>
              <a:ext uri="{FF2B5EF4-FFF2-40B4-BE49-F238E27FC236}">
                <a16:creationId xmlns:a16="http://schemas.microsoft.com/office/drawing/2014/main" id="{6C88F8DF-99E1-F91B-C80F-987B6DD657F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283297" y="281709"/>
            <a:ext cx="2440148" cy="902855"/>
          </a:xfrm>
          <a:prstGeom prst="rect">
            <a:avLst/>
          </a:prstGeom>
        </p:spPr>
      </p:pic>
    </p:spTree>
    <p:extLst>
      <p:ext uri="{BB962C8B-B14F-4D97-AF65-F5344CB8AC3E}">
        <p14:creationId xmlns:p14="http://schemas.microsoft.com/office/powerpoint/2010/main" val="428205222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a:xfrm>
            <a:off x="588263" y="510988"/>
            <a:ext cx="11018520" cy="430887"/>
          </a:xfrm>
        </p:spPr>
        <p:txBody>
          <a:bodyPr/>
          <a:lstStyle>
            <a:lvl1pPr>
              <a:defRPr b="0">
                <a:gradFill>
                  <a:gsLst>
                    <a:gs pos="1250">
                      <a:schemeClr val="tx1"/>
                    </a:gs>
                    <a:gs pos="100000">
                      <a:schemeClr val="tx1"/>
                    </a:gs>
                  </a:gsLst>
                  <a:lin ang="5400000" scaled="0"/>
                </a:gradFill>
                <a:latin typeface="+mj-lt"/>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15513015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6.xml"/><Relationship Id="rId18" Type="http://schemas.openxmlformats.org/officeDocument/2006/relationships/slideLayout" Target="../slideLayouts/slideLayout61.xml"/><Relationship Id="rId26" Type="http://schemas.openxmlformats.org/officeDocument/2006/relationships/slideLayout" Target="../slideLayouts/slideLayout69.xml"/><Relationship Id="rId3" Type="http://schemas.openxmlformats.org/officeDocument/2006/relationships/slideLayout" Target="../slideLayouts/slideLayout46.xml"/><Relationship Id="rId21" Type="http://schemas.openxmlformats.org/officeDocument/2006/relationships/slideLayout" Target="../slideLayouts/slideLayout64.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5" Type="http://schemas.openxmlformats.org/officeDocument/2006/relationships/slideLayout" Target="../slideLayouts/slideLayout68.xml"/><Relationship Id="rId33" Type="http://schemas.openxmlformats.org/officeDocument/2006/relationships/image" Target="../media/image20.png"/><Relationship Id="rId2" Type="http://schemas.openxmlformats.org/officeDocument/2006/relationships/slideLayout" Target="../slideLayouts/slideLayout45.xml"/><Relationship Id="rId16" Type="http://schemas.openxmlformats.org/officeDocument/2006/relationships/slideLayout" Target="../slideLayouts/slideLayout59.xml"/><Relationship Id="rId20" Type="http://schemas.openxmlformats.org/officeDocument/2006/relationships/slideLayout" Target="../slideLayouts/slideLayout63.xml"/><Relationship Id="rId29" Type="http://schemas.openxmlformats.org/officeDocument/2006/relationships/slideLayout" Target="../slideLayouts/slideLayout72.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24" Type="http://schemas.openxmlformats.org/officeDocument/2006/relationships/slideLayout" Target="../slideLayouts/slideLayout67.xml"/><Relationship Id="rId32" Type="http://schemas.openxmlformats.org/officeDocument/2006/relationships/image" Target="../media/image19.emf"/><Relationship Id="rId5" Type="http://schemas.openxmlformats.org/officeDocument/2006/relationships/slideLayout" Target="../slideLayouts/slideLayout48.xml"/><Relationship Id="rId15" Type="http://schemas.openxmlformats.org/officeDocument/2006/relationships/slideLayout" Target="../slideLayouts/slideLayout58.xml"/><Relationship Id="rId23" Type="http://schemas.openxmlformats.org/officeDocument/2006/relationships/slideLayout" Target="../slideLayouts/slideLayout66.xml"/><Relationship Id="rId28" Type="http://schemas.openxmlformats.org/officeDocument/2006/relationships/slideLayout" Target="../slideLayouts/slideLayout71.xml"/><Relationship Id="rId10" Type="http://schemas.openxmlformats.org/officeDocument/2006/relationships/slideLayout" Target="../slideLayouts/slideLayout53.xml"/><Relationship Id="rId19" Type="http://schemas.openxmlformats.org/officeDocument/2006/relationships/slideLayout" Target="../slideLayouts/slideLayout62.xml"/><Relationship Id="rId31" Type="http://schemas.openxmlformats.org/officeDocument/2006/relationships/theme" Target="../theme/theme2.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 Id="rId22" Type="http://schemas.openxmlformats.org/officeDocument/2006/relationships/slideLayout" Target="../slideLayouts/slideLayout65.xml"/><Relationship Id="rId27" Type="http://schemas.openxmlformats.org/officeDocument/2006/relationships/slideLayout" Target="../slideLayouts/slideLayout70.xml"/><Relationship Id="rId30" Type="http://schemas.openxmlformats.org/officeDocument/2006/relationships/slideLayout" Target="../slideLayouts/slideLayout73.xml"/><Relationship Id="rId8" Type="http://schemas.openxmlformats.org/officeDocument/2006/relationships/slideLayout" Target="../slideLayouts/slideLayout51.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86.xml"/><Relationship Id="rId18" Type="http://schemas.openxmlformats.org/officeDocument/2006/relationships/slideLayout" Target="../slideLayouts/slideLayout91.xml"/><Relationship Id="rId26" Type="http://schemas.openxmlformats.org/officeDocument/2006/relationships/slideLayout" Target="../slideLayouts/slideLayout99.xml"/><Relationship Id="rId3" Type="http://schemas.openxmlformats.org/officeDocument/2006/relationships/slideLayout" Target="../slideLayouts/slideLayout76.xml"/><Relationship Id="rId21" Type="http://schemas.openxmlformats.org/officeDocument/2006/relationships/slideLayout" Target="../slideLayouts/slideLayout94.xml"/><Relationship Id="rId7" Type="http://schemas.openxmlformats.org/officeDocument/2006/relationships/slideLayout" Target="../slideLayouts/slideLayout80.xml"/><Relationship Id="rId12" Type="http://schemas.openxmlformats.org/officeDocument/2006/relationships/slideLayout" Target="../slideLayouts/slideLayout85.xml"/><Relationship Id="rId17" Type="http://schemas.openxmlformats.org/officeDocument/2006/relationships/slideLayout" Target="../slideLayouts/slideLayout90.xml"/><Relationship Id="rId25" Type="http://schemas.openxmlformats.org/officeDocument/2006/relationships/slideLayout" Target="../slideLayouts/slideLayout98.xml"/><Relationship Id="rId33" Type="http://schemas.openxmlformats.org/officeDocument/2006/relationships/theme" Target="../theme/theme3.xml"/><Relationship Id="rId2" Type="http://schemas.openxmlformats.org/officeDocument/2006/relationships/slideLayout" Target="../slideLayouts/slideLayout75.xml"/><Relationship Id="rId16" Type="http://schemas.openxmlformats.org/officeDocument/2006/relationships/slideLayout" Target="../slideLayouts/slideLayout89.xml"/><Relationship Id="rId20" Type="http://schemas.openxmlformats.org/officeDocument/2006/relationships/slideLayout" Target="../slideLayouts/slideLayout93.xml"/><Relationship Id="rId29" Type="http://schemas.openxmlformats.org/officeDocument/2006/relationships/slideLayout" Target="../slideLayouts/slideLayout102.xml"/><Relationship Id="rId1" Type="http://schemas.openxmlformats.org/officeDocument/2006/relationships/slideLayout" Target="../slideLayouts/slideLayout74.xml"/><Relationship Id="rId6" Type="http://schemas.openxmlformats.org/officeDocument/2006/relationships/slideLayout" Target="../slideLayouts/slideLayout79.xml"/><Relationship Id="rId11" Type="http://schemas.openxmlformats.org/officeDocument/2006/relationships/slideLayout" Target="../slideLayouts/slideLayout84.xml"/><Relationship Id="rId24" Type="http://schemas.openxmlformats.org/officeDocument/2006/relationships/slideLayout" Target="../slideLayouts/slideLayout97.xml"/><Relationship Id="rId32" Type="http://schemas.openxmlformats.org/officeDocument/2006/relationships/slideLayout" Target="../slideLayouts/slideLayout105.xml"/><Relationship Id="rId5" Type="http://schemas.openxmlformats.org/officeDocument/2006/relationships/slideLayout" Target="../slideLayouts/slideLayout78.xml"/><Relationship Id="rId15" Type="http://schemas.openxmlformats.org/officeDocument/2006/relationships/slideLayout" Target="../slideLayouts/slideLayout88.xml"/><Relationship Id="rId23" Type="http://schemas.openxmlformats.org/officeDocument/2006/relationships/slideLayout" Target="../slideLayouts/slideLayout96.xml"/><Relationship Id="rId28" Type="http://schemas.openxmlformats.org/officeDocument/2006/relationships/slideLayout" Target="../slideLayouts/slideLayout101.xml"/><Relationship Id="rId10" Type="http://schemas.openxmlformats.org/officeDocument/2006/relationships/slideLayout" Target="../slideLayouts/slideLayout83.xml"/><Relationship Id="rId19" Type="http://schemas.openxmlformats.org/officeDocument/2006/relationships/slideLayout" Target="../slideLayouts/slideLayout92.xml"/><Relationship Id="rId31" Type="http://schemas.openxmlformats.org/officeDocument/2006/relationships/slideLayout" Target="../slideLayouts/slideLayout104.xml"/><Relationship Id="rId4" Type="http://schemas.openxmlformats.org/officeDocument/2006/relationships/slideLayout" Target="../slideLayouts/slideLayout77.xml"/><Relationship Id="rId9" Type="http://schemas.openxmlformats.org/officeDocument/2006/relationships/slideLayout" Target="../slideLayouts/slideLayout82.xml"/><Relationship Id="rId14" Type="http://schemas.openxmlformats.org/officeDocument/2006/relationships/slideLayout" Target="../slideLayouts/slideLayout87.xml"/><Relationship Id="rId22" Type="http://schemas.openxmlformats.org/officeDocument/2006/relationships/slideLayout" Target="../slideLayouts/slideLayout95.xml"/><Relationship Id="rId27" Type="http://schemas.openxmlformats.org/officeDocument/2006/relationships/slideLayout" Target="../slideLayouts/slideLayout100.xml"/><Relationship Id="rId30" Type="http://schemas.openxmlformats.org/officeDocument/2006/relationships/slideLayout" Target="../slideLayouts/slideLayout103.xml"/><Relationship Id="rId8"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45" cstate="print">
            <a:extLst>
              <a:ext uri="{28A0092B-C50C-407E-A947-70E740481C1C}">
                <a14:useLocalDpi xmlns:a14="http://schemas.microsoft.com/office/drawing/2010/main"/>
              </a:ext>
            </a:extLst>
          </a:blip>
          <a:srcRect l="762"/>
          <a:stretch/>
        </p:blipFill>
        <p:spPr>
          <a:xfrm rot="5400000">
            <a:off x="9464500" y="2843773"/>
            <a:ext cx="6858000" cy="1170455"/>
          </a:xfrm>
          <a:prstGeom prst="rect">
            <a:avLst/>
          </a:prstGeom>
        </p:spPr>
      </p:pic>
      <p:sp>
        <p:nvSpPr>
          <p:cNvPr id="5" name="TextBox 5">
            <a:extLst>
              <a:ext uri="{FF2B5EF4-FFF2-40B4-BE49-F238E27FC236}">
                <a16:creationId xmlns:a16="http://schemas.microsoft.com/office/drawing/2014/main" id="{5F1C0EE0-6EF6-1744-AC27-61E4639844AB}"/>
              </a:ext>
            </a:extLst>
          </p:cNvPr>
          <p:cNvSpPr txBox="1"/>
          <p:nvPr userDrawn="1">
            <p:extLst>
              <p:ext uri="{1162E1C5-73C7-4A58-AE30-91384D911F3F}">
                <p184:classification xmlns:p184="http://schemas.microsoft.com/office/powerpoint/2018/4/main" val="ftr"/>
              </p:ext>
            </p:extLst>
          </p:nvPr>
        </p:nvSpPr>
        <p:spPr>
          <a:xfrm>
            <a:off x="63500" y="6642100"/>
            <a:ext cx="1828800"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cs typeface="Calibri" panose="020F0502020204030204" pitchFamily="34" charset="0"/>
              </a:rPr>
              <a:t>Classified as Microsoft Confidential</a:t>
            </a:r>
          </a:p>
        </p:txBody>
      </p:sp>
    </p:spTree>
    <p:extLst>
      <p:ext uri="{BB962C8B-B14F-4D97-AF65-F5344CB8AC3E}">
        <p14:creationId xmlns:p14="http://schemas.microsoft.com/office/powerpoint/2010/main" val="4207828971"/>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 id="2147483701" r:id="rId25"/>
    <p:sldLayoutId id="2147483702" r:id="rId26"/>
    <p:sldLayoutId id="2147483703" r:id="rId27"/>
    <p:sldLayoutId id="2147483704" r:id="rId28"/>
    <p:sldLayoutId id="2147483705" r:id="rId29"/>
    <p:sldLayoutId id="2147483706" r:id="rId30"/>
    <p:sldLayoutId id="2147483707" r:id="rId31"/>
    <p:sldLayoutId id="2147483708" r:id="rId32"/>
    <p:sldLayoutId id="2147483709" r:id="rId33"/>
    <p:sldLayoutId id="2147483710" r:id="rId34"/>
    <p:sldLayoutId id="2147483711" r:id="rId35"/>
    <p:sldLayoutId id="2147483712" r:id="rId36"/>
    <p:sldLayoutId id="2147483713" r:id="rId37"/>
    <p:sldLayoutId id="2147483715" r:id="rId38"/>
    <p:sldLayoutId id="2147483716" r:id="rId39"/>
    <p:sldLayoutId id="2147483717" r:id="rId40"/>
    <p:sldLayoutId id="2147483718" r:id="rId41"/>
    <p:sldLayoutId id="2147483719" r:id="rId42"/>
    <p:sldLayoutId id="2147483720" r:id="rId43"/>
  </p:sldLayoutIdLst>
  <p:transition>
    <p:fade/>
  </p:transition>
  <p:hf sldNum="0" hd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9383" y="438785"/>
            <a:ext cx="11333080" cy="741053"/>
          </a:xfrm>
          <a:prstGeom prst="rect">
            <a:avLst/>
          </a:prstGeom>
        </p:spPr>
        <p:txBody>
          <a:bodyPr vert="horz" wrap="square" lIns="0" tIns="164592" rIns="0" bIns="0" rtlCol="0" anchor="t">
            <a:noAutofit/>
          </a:bodyPr>
          <a:lstStyle/>
          <a:p>
            <a:r>
              <a:rPr lang="en-US"/>
              <a:t>Click to edit Master title style</a:t>
            </a:r>
          </a:p>
        </p:txBody>
      </p:sp>
      <p:sp>
        <p:nvSpPr>
          <p:cNvPr id="4" name="Text Placeholder 3"/>
          <p:cNvSpPr>
            <a:spLocks noGrp="1"/>
          </p:cNvSpPr>
          <p:nvPr userDrawn="1">
            <p:ph type="body" idx="1"/>
          </p:nvPr>
        </p:nvSpPr>
        <p:spPr>
          <a:xfrm>
            <a:off x="429383" y="2124488"/>
            <a:ext cx="11333080" cy="1276484"/>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3" name="Group 22">
            <a:extLst>
              <a:ext uri="{FF2B5EF4-FFF2-40B4-BE49-F238E27FC236}">
                <a16:creationId xmlns:a16="http://schemas.microsoft.com/office/drawing/2014/main" id="{3976F6F8-4139-4D95-AC74-D58A77230BD6}"/>
              </a:ext>
            </a:extLst>
          </p:cNvPr>
          <p:cNvGrpSpPr/>
          <p:nvPr userDrawn="1"/>
        </p:nvGrpSpPr>
        <p:grpSpPr>
          <a:xfrm>
            <a:off x="13042277" y="608049"/>
            <a:ext cx="762212" cy="6249956"/>
            <a:chOff x="13152703" y="620154"/>
            <a:chExt cx="777496" cy="6374376"/>
          </a:xfrm>
        </p:grpSpPr>
        <p:pic>
          <p:nvPicPr>
            <p:cNvPr id="5" name="Picture 4"/>
            <p:cNvPicPr>
              <a:picLocks noChangeAspect="1"/>
            </p:cNvPicPr>
            <p:nvPr userDrawn="1"/>
          </p:nvPicPr>
          <p:blipFill rotWithShape="1">
            <a:blip r:embed="rId32" cstate="screen">
              <a:extLst>
                <a:ext uri="{28A0092B-C50C-407E-A947-70E740481C1C}">
                  <a14:useLocalDpi xmlns:a14="http://schemas.microsoft.com/office/drawing/2010/main"/>
                </a:ext>
              </a:extLst>
            </a:blip>
            <a:srcRect l="353" r="32"/>
            <a:stretch/>
          </p:blipFill>
          <p:spPr>
            <a:xfrm rot="5400000">
              <a:off x="10354263" y="3418594"/>
              <a:ext cx="6374376" cy="777496"/>
            </a:xfrm>
            <a:prstGeom prst="rect">
              <a:avLst/>
            </a:prstGeom>
          </p:spPr>
        </p:pic>
        <p:sp>
          <p:nvSpPr>
            <p:cNvPr id="9" name="TextBox 8">
              <a:extLst>
                <a:ext uri="{FF2B5EF4-FFF2-40B4-BE49-F238E27FC236}">
                  <a16:creationId xmlns:a16="http://schemas.microsoft.com/office/drawing/2014/main" id="{1964AF21-BDED-4B34-9026-5541103F0CE4}"/>
                </a:ext>
              </a:extLst>
            </p:cNvPr>
            <p:cNvSpPr txBox="1"/>
            <p:nvPr userDrawn="1"/>
          </p:nvSpPr>
          <p:spPr>
            <a:xfrm rot="5400000">
              <a:off x="12905715" y="867145"/>
              <a:ext cx="577081" cy="83100"/>
            </a:xfrm>
            <a:prstGeom prst="rect">
              <a:avLst/>
            </a:prstGeom>
            <a:noFill/>
          </p:spPr>
          <p:txBody>
            <a:bodyPr wrap="none" lIns="0" tIns="0" rIns="0" bIns="0" rtlCol="0">
              <a:spAutoFit/>
            </a:bodyPr>
            <a:lstStyle/>
            <a:p>
              <a:pPr>
                <a:lnSpc>
                  <a:spcPct val="90000"/>
                </a:lnSpc>
                <a:spcAft>
                  <a:spcPts val="588"/>
                </a:spcAft>
              </a:pPr>
              <a:r>
                <a:rPr lang="en-US" sz="588">
                  <a:solidFill>
                    <a:schemeClr val="tx1"/>
                  </a:solidFill>
                </a:rPr>
                <a:t>Microsoft palette</a:t>
              </a:r>
            </a:p>
          </p:txBody>
        </p:sp>
      </p:grpSp>
      <p:grpSp>
        <p:nvGrpSpPr>
          <p:cNvPr id="21" name="Group 20">
            <a:extLst>
              <a:ext uri="{FF2B5EF4-FFF2-40B4-BE49-F238E27FC236}">
                <a16:creationId xmlns:a16="http://schemas.microsoft.com/office/drawing/2014/main" id="{BAEE98DB-090A-4DF4-AA3B-C90AD6676A47}"/>
              </a:ext>
            </a:extLst>
          </p:cNvPr>
          <p:cNvGrpSpPr/>
          <p:nvPr userDrawn="1"/>
        </p:nvGrpSpPr>
        <p:grpSpPr>
          <a:xfrm>
            <a:off x="12317498" y="604906"/>
            <a:ext cx="520495" cy="6253096"/>
            <a:chOff x="12419367" y="616948"/>
            <a:chExt cx="530932" cy="6377579"/>
          </a:xfrm>
        </p:grpSpPr>
        <p:pic>
          <p:nvPicPr>
            <p:cNvPr id="7" name="Picture 6">
              <a:extLst>
                <a:ext uri="{FF2B5EF4-FFF2-40B4-BE49-F238E27FC236}">
                  <a16:creationId xmlns:a16="http://schemas.microsoft.com/office/drawing/2014/main" id="{CEA717DA-903F-4934-BC3A-B053C9AA6EF7}"/>
                </a:ext>
              </a:extLst>
            </p:cNvPr>
            <p:cNvPicPr>
              <a:picLocks noChangeAspect="1"/>
            </p:cNvPicPr>
            <p:nvPr userDrawn="1"/>
          </p:nvPicPr>
          <p:blipFill>
            <a:blip r:embed="rId33" cstate="screen">
              <a:extLst>
                <a:ext uri="{28A0092B-C50C-407E-A947-70E740481C1C}">
                  <a14:useLocalDpi xmlns:a14="http://schemas.microsoft.com/office/drawing/2010/main"/>
                </a:ext>
              </a:extLst>
            </a:blip>
            <a:stretch>
              <a:fillRect/>
            </a:stretch>
          </p:blipFill>
          <p:spPr>
            <a:xfrm rot="5400000">
              <a:off x="9568605" y="3612834"/>
              <a:ext cx="6377579" cy="385808"/>
            </a:xfrm>
            <a:prstGeom prst="rect">
              <a:avLst/>
            </a:prstGeom>
          </p:spPr>
        </p:pic>
        <p:sp>
          <p:nvSpPr>
            <p:cNvPr id="11" name="TextBox 10">
              <a:extLst>
                <a:ext uri="{FF2B5EF4-FFF2-40B4-BE49-F238E27FC236}">
                  <a16:creationId xmlns:a16="http://schemas.microsoft.com/office/drawing/2014/main" id="{68392C23-FA77-442E-BE3C-BC9963AE45BD}"/>
                </a:ext>
              </a:extLst>
            </p:cNvPr>
            <p:cNvSpPr txBox="1"/>
            <p:nvPr userDrawn="1"/>
          </p:nvSpPr>
          <p:spPr>
            <a:xfrm rot="5400000">
              <a:off x="12153941" y="882374"/>
              <a:ext cx="613951" cy="83100"/>
            </a:xfrm>
            <a:prstGeom prst="rect">
              <a:avLst/>
            </a:prstGeom>
            <a:noFill/>
          </p:spPr>
          <p:txBody>
            <a:bodyPr wrap="none" lIns="0" tIns="0" rIns="0" bIns="0" rtlCol="0">
              <a:spAutoFit/>
            </a:bodyPr>
            <a:lstStyle/>
            <a:p>
              <a:pPr>
                <a:lnSpc>
                  <a:spcPct val="90000"/>
                </a:lnSpc>
                <a:spcAft>
                  <a:spcPts val="588"/>
                </a:spcAft>
              </a:pPr>
              <a:r>
                <a:rPr lang="en-US" sz="588">
                  <a:solidFill>
                    <a:schemeClr val="tx1"/>
                  </a:solidFill>
                </a:rPr>
                <a:t>Illustration palette</a:t>
              </a:r>
            </a:p>
          </p:txBody>
        </p:sp>
      </p:grpSp>
      <p:grpSp>
        <p:nvGrpSpPr>
          <p:cNvPr id="22" name="Group 21">
            <a:extLst>
              <a:ext uri="{FF2B5EF4-FFF2-40B4-BE49-F238E27FC236}">
                <a16:creationId xmlns:a16="http://schemas.microsoft.com/office/drawing/2014/main" id="{9C4E8054-BD9F-409A-9535-C24729DA0947}"/>
              </a:ext>
            </a:extLst>
          </p:cNvPr>
          <p:cNvGrpSpPr/>
          <p:nvPr userDrawn="1"/>
        </p:nvGrpSpPr>
        <p:grpSpPr>
          <a:xfrm>
            <a:off x="12317497" y="1"/>
            <a:ext cx="1471682" cy="447461"/>
            <a:chOff x="12419366" y="0"/>
            <a:chExt cx="1501192" cy="456369"/>
          </a:xfrm>
        </p:grpSpPr>
        <p:grpSp>
          <p:nvGrpSpPr>
            <p:cNvPr id="18" name="Group 17">
              <a:extLst>
                <a:ext uri="{FF2B5EF4-FFF2-40B4-BE49-F238E27FC236}">
                  <a16:creationId xmlns:a16="http://schemas.microsoft.com/office/drawing/2014/main" id="{9E58EE2C-0848-450C-AD44-4AEC62696286}"/>
                </a:ext>
              </a:extLst>
            </p:cNvPr>
            <p:cNvGrpSpPr/>
            <p:nvPr userDrawn="1"/>
          </p:nvGrpSpPr>
          <p:grpSpPr>
            <a:xfrm>
              <a:off x="12564490" y="0"/>
              <a:ext cx="1356068" cy="456369"/>
              <a:chOff x="12661790" y="0"/>
              <a:chExt cx="1201618" cy="404391"/>
            </a:xfrm>
          </p:grpSpPr>
          <p:sp>
            <p:nvSpPr>
              <p:cNvPr id="8" name="Rectangle 7">
                <a:extLst>
                  <a:ext uri="{FF2B5EF4-FFF2-40B4-BE49-F238E27FC236}">
                    <a16:creationId xmlns:a16="http://schemas.microsoft.com/office/drawing/2014/main" id="{1E6B14A8-85BE-4568-A496-3E8015CDE374}"/>
                  </a:ext>
                </a:extLst>
              </p:cNvPr>
              <p:cNvSpPr/>
              <p:nvPr userDrawn="1"/>
            </p:nvSpPr>
            <p:spPr bwMode="auto">
              <a:xfrm>
                <a:off x="12661790" y="1"/>
                <a:ext cx="399048" cy="398081"/>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 wrap="square" lIns="27432" tIns="45720" rIns="27432" bIns="45720" numCol="1" spcCol="0" rtlCol="0" fromWordArt="0" anchor="t" anchorCtr="0" forceAA="0" compatLnSpc="1">
                <a:prstTxWarp prst="textNoShape">
                  <a:avLst/>
                </a:prstTxWarp>
                <a:noAutofit/>
              </a:bodyPr>
              <a:lstStyle/>
              <a:p>
                <a:pPr algn="l" defTabSz="914102" fontAlgn="base">
                  <a:lnSpc>
                    <a:spcPct val="100000"/>
                  </a:lnSpc>
                  <a:spcBef>
                    <a:spcPct val="0"/>
                  </a:spcBef>
                  <a:spcAft>
                    <a:spcPct val="0"/>
                  </a:spcAft>
                </a:pPr>
                <a:r>
                  <a:rPr lang="en-US" sz="490" b="1">
                    <a:solidFill>
                      <a:srgbClr val="000000"/>
                    </a:solidFill>
                    <a:ea typeface="Segoe UI" pitchFamily="34" charset="0"/>
                    <a:cs typeface="Segoe UI" pitchFamily="34" charset="0"/>
                  </a:rPr>
                  <a:t>White</a:t>
                </a:r>
              </a:p>
              <a:p>
                <a:pPr algn="l" defTabSz="914102" fontAlgn="base">
                  <a:lnSpc>
                    <a:spcPct val="100000"/>
                  </a:lnSpc>
                  <a:spcBef>
                    <a:spcPct val="0"/>
                  </a:spcBef>
                  <a:spcAft>
                    <a:spcPct val="0"/>
                  </a:spcAft>
                </a:pPr>
                <a:r>
                  <a:rPr lang="en-US" sz="294">
                    <a:solidFill>
                      <a:srgbClr val="000000"/>
                    </a:solidFill>
                    <a:ea typeface="Segoe UI" pitchFamily="34" charset="0"/>
                    <a:cs typeface="Segoe UI" pitchFamily="34" charset="0"/>
                  </a:rPr>
                  <a:t>R255 G255 B255</a:t>
                </a:r>
              </a:p>
            </p:txBody>
          </p:sp>
          <p:sp>
            <p:nvSpPr>
              <p:cNvPr id="14" name="Rectangle 13">
                <a:extLst>
                  <a:ext uri="{FF2B5EF4-FFF2-40B4-BE49-F238E27FC236}">
                    <a16:creationId xmlns:a16="http://schemas.microsoft.com/office/drawing/2014/main" id="{8566B721-F701-489A-BBBF-284DD1BA035B}"/>
                  </a:ext>
                </a:extLst>
              </p:cNvPr>
              <p:cNvSpPr/>
              <p:nvPr userDrawn="1"/>
            </p:nvSpPr>
            <p:spPr bwMode="auto">
              <a:xfrm>
                <a:off x="13063844" y="0"/>
                <a:ext cx="399048" cy="398081"/>
              </a:xfrm>
              <a:prstGeom prst="rect">
                <a:avLst/>
              </a:prstGeom>
              <a:solidFill>
                <a:srgbClr val="0078D7"/>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 wrap="square" lIns="27432" tIns="45720" rIns="27432" bIns="45720" numCol="1" spcCol="0" rtlCol="0" fromWordArt="0" anchor="t" anchorCtr="0" forceAA="0" compatLnSpc="1">
                <a:prstTxWarp prst="textNoShape">
                  <a:avLst/>
                </a:prstTxWarp>
                <a:noAutofit/>
              </a:bodyPr>
              <a:lstStyle/>
              <a:p>
                <a:pPr algn="l" defTabSz="914102" fontAlgn="base">
                  <a:lnSpc>
                    <a:spcPct val="100000"/>
                  </a:lnSpc>
                  <a:spcBef>
                    <a:spcPct val="0"/>
                  </a:spcBef>
                  <a:spcAft>
                    <a:spcPct val="0"/>
                  </a:spcAft>
                </a:pPr>
                <a:r>
                  <a:rPr lang="en-US" sz="490" b="1">
                    <a:solidFill>
                      <a:srgbClr val="FFFFFF"/>
                    </a:solidFill>
                    <a:ea typeface="Segoe UI" pitchFamily="34" charset="0"/>
                    <a:cs typeface="Segoe UI" pitchFamily="34" charset="0"/>
                  </a:rPr>
                  <a:t>Blue</a:t>
                </a:r>
              </a:p>
              <a:p>
                <a:pPr algn="l" defTabSz="914102" fontAlgn="base">
                  <a:lnSpc>
                    <a:spcPct val="100000"/>
                  </a:lnSpc>
                  <a:spcBef>
                    <a:spcPct val="0"/>
                  </a:spcBef>
                  <a:spcAft>
                    <a:spcPct val="0"/>
                  </a:spcAft>
                </a:pPr>
                <a:r>
                  <a:rPr lang="en-US" sz="294">
                    <a:solidFill>
                      <a:srgbClr val="FFFFFF"/>
                    </a:solidFill>
                    <a:ea typeface="Segoe UI" pitchFamily="34" charset="0"/>
                    <a:cs typeface="Segoe UI" pitchFamily="34" charset="0"/>
                  </a:rPr>
                  <a:t>R0 G120 B242</a:t>
                </a:r>
              </a:p>
            </p:txBody>
          </p:sp>
          <p:sp>
            <p:nvSpPr>
              <p:cNvPr id="15" name="Rectangle 14">
                <a:extLst>
                  <a:ext uri="{FF2B5EF4-FFF2-40B4-BE49-F238E27FC236}">
                    <a16:creationId xmlns:a16="http://schemas.microsoft.com/office/drawing/2014/main" id="{871C64D6-DD46-4073-B8A5-59A9D8564C22}"/>
                  </a:ext>
                </a:extLst>
              </p:cNvPr>
              <p:cNvSpPr/>
              <p:nvPr userDrawn="1"/>
            </p:nvSpPr>
            <p:spPr bwMode="auto">
              <a:xfrm>
                <a:off x="13464360" y="6310"/>
                <a:ext cx="399048" cy="398081"/>
              </a:xfrm>
              <a:prstGeom prst="rect">
                <a:avLst/>
              </a:prstGeom>
              <a:solidFill>
                <a:srgbClr val="F3F3F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 wrap="square" lIns="27432" tIns="45720" rIns="27432" bIns="45720" numCol="1" spcCol="0" rtlCol="0" fromWordArt="0" anchor="t" anchorCtr="0" forceAA="0" compatLnSpc="1">
                <a:prstTxWarp prst="textNoShape">
                  <a:avLst/>
                </a:prstTxWarp>
                <a:noAutofit/>
              </a:bodyPr>
              <a:lstStyle/>
              <a:p>
                <a:pPr algn="l" defTabSz="914102" fontAlgn="base">
                  <a:lnSpc>
                    <a:spcPct val="100000"/>
                  </a:lnSpc>
                  <a:spcBef>
                    <a:spcPct val="0"/>
                  </a:spcBef>
                  <a:spcAft>
                    <a:spcPct val="0"/>
                  </a:spcAft>
                </a:pPr>
                <a:r>
                  <a:rPr lang="en-US" sz="490" b="1">
                    <a:solidFill>
                      <a:srgbClr val="000000"/>
                    </a:solidFill>
                    <a:ea typeface="Segoe UI" pitchFamily="34" charset="0"/>
                    <a:cs typeface="Segoe UI" pitchFamily="34" charset="0"/>
                  </a:rPr>
                  <a:t>Light gray</a:t>
                </a:r>
              </a:p>
              <a:p>
                <a:pPr algn="l" defTabSz="914102" fontAlgn="base">
                  <a:lnSpc>
                    <a:spcPct val="100000"/>
                  </a:lnSpc>
                  <a:spcBef>
                    <a:spcPct val="0"/>
                  </a:spcBef>
                  <a:spcAft>
                    <a:spcPct val="0"/>
                  </a:spcAft>
                </a:pPr>
                <a:r>
                  <a:rPr lang="en-US" sz="294">
                    <a:solidFill>
                      <a:srgbClr val="000000"/>
                    </a:solidFill>
                    <a:ea typeface="Segoe UI" pitchFamily="34" charset="0"/>
                    <a:cs typeface="Segoe UI" pitchFamily="34" charset="0"/>
                  </a:rPr>
                  <a:t>R243 G243 B243</a:t>
                </a:r>
              </a:p>
            </p:txBody>
          </p:sp>
        </p:grpSp>
        <p:sp>
          <p:nvSpPr>
            <p:cNvPr id="16" name="TextBox 15">
              <a:extLst>
                <a:ext uri="{FF2B5EF4-FFF2-40B4-BE49-F238E27FC236}">
                  <a16:creationId xmlns:a16="http://schemas.microsoft.com/office/drawing/2014/main" id="{08756331-43B5-4A4E-BCD3-F5DC6699B11A}"/>
                </a:ext>
              </a:extLst>
            </p:cNvPr>
            <p:cNvSpPr txBox="1"/>
            <p:nvPr userDrawn="1"/>
          </p:nvSpPr>
          <p:spPr>
            <a:xfrm rot="5400000">
              <a:off x="12284585" y="134782"/>
              <a:ext cx="352661" cy="83100"/>
            </a:xfrm>
            <a:prstGeom prst="rect">
              <a:avLst/>
            </a:prstGeom>
            <a:noFill/>
          </p:spPr>
          <p:txBody>
            <a:bodyPr wrap="none" lIns="0" tIns="0" rIns="0" bIns="0" rtlCol="0">
              <a:spAutoFit/>
            </a:bodyPr>
            <a:lstStyle/>
            <a:p>
              <a:pPr algn="l">
                <a:lnSpc>
                  <a:spcPct val="90000"/>
                </a:lnSpc>
                <a:spcAft>
                  <a:spcPts val="588"/>
                </a:spcAft>
              </a:pPr>
              <a:r>
                <a:rPr lang="en-US" sz="588">
                  <a:solidFill>
                    <a:schemeClr val="tx1"/>
                  </a:solidFill>
                </a:rPr>
                <a:t>BG palette</a:t>
              </a:r>
            </a:p>
          </p:txBody>
        </p:sp>
      </p:grpSp>
    </p:spTree>
    <p:extLst>
      <p:ext uri="{BB962C8B-B14F-4D97-AF65-F5344CB8AC3E}">
        <p14:creationId xmlns:p14="http://schemas.microsoft.com/office/powerpoint/2010/main" val="77781151"/>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 id="2147483735" r:id="rId14"/>
    <p:sldLayoutId id="2147483736" r:id="rId15"/>
    <p:sldLayoutId id="2147483737" r:id="rId16"/>
    <p:sldLayoutId id="2147483738" r:id="rId17"/>
    <p:sldLayoutId id="2147483739" r:id="rId18"/>
    <p:sldLayoutId id="2147483740" r:id="rId19"/>
    <p:sldLayoutId id="2147483741" r:id="rId20"/>
    <p:sldLayoutId id="2147483742" r:id="rId21"/>
    <p:sldLayoutId id="2147483743" r:id="rId22"/>
    <p:sldLayoutId id="2147483744" r:id="rId23"/>
    <p:sldLayoutId id="2147483745" r:id="rId24"/>
    <p:sldLayoutId id="2147483746" r:id="rId25"/>
    <p:sldLayoutId id="2147483747" r:id="rId26"/>
    <p:sldLayoutId id="2147483748" r:id="rId27"/>
    <p:sldLayoutId id="2147483749" r:id="rId28"/>
    <p:sldLayoutId id="2147483752" r:id="rId29"/>
    <p:sldLayoutId id="2147483753" r:id="rId30"/>
  </p:sldLayoutIdLst>
  <p:transition>
    <p:fade/>
  </p:transition>
  <p:txStyles>
    <p:titleStyle>
      <a:lvl1pPr algn="l" defTabSz="914367" rtl="0" eaLnBrk="1" latinLnBrk="0" hangingPunct="1">
        <a:lnSpc>
          <a:spcPct val="90000"/>
        </a:lnSpc>
        <a:spcBef>
          <a:spcPct val="0"/>
        </a:spcBef>
        <a:buNone/>
        <a:defRPr lang="en-US" sz="3137" b="0" kern="1200" cap="none" spc="-147"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90000"/>
        </a:lnSpc>
        <a:spcBef>
          <a:spcPts val="0"/>
        </a:spcBef>
        <a:spcAft>
          <a:spcPts val="0"/>
        </a:spcAft>
        <a:buClrTx/>
        <a:buSzPct val="90000"/>
        <a:buFont typeface="Wingdings" panose="05000000000000000000" pitchFamily="2" charset="2"/>
        <a:buNone/>
        <a:tabLst/>
        <a:defRPr sz="2549" kern="1200" spc="0" baseline="0">
          <a:solidFill>
            <a:srgbClr val="000000"/>
          </a:solidFill>
          <a:latin typeface="+mn-lt"/>
          <a:ea typeface="+mn-ea"/>
          <a:cs typeface="+mn-cs"/>
        </a:defRPr>
      </a:lvl1pPr>
      <a:lvl2pPr marL="224097" marR="0" indent="0" algn="l" defTabSz="914367" rtl="0" eaLnBrk="1" fontAlgn="auto" latinLnBrk="0" hangingPunct="1">
        <a:lnSpc>
          <a:spcPct val="90000"/>
        </a:lnSpc>
        <a:spcBef>
          <a:spcPts val="0"/>
        </a:spcBef>
        <a:spcAft>
          <a:spcPts val="0"/>
        </a:spcAft>
        <a:buClrTx/>
        <a:buSzPct val="90000"/>
        <a:buFont typeface="Wingdings" panose="05000000000000000000" pitchFamily="2" charset="2"/>
        <a:buNone/>
        <a:tabLst/>
        <a:defRPr sz="1961" kern="1200" spc="0" baseline="0">
          <a:solidFill>
            <a:srgbClr val="000000"/>
          </a:solidFill>
          <a:latin typeface="+mn-lt"/>
          <a:ea typeface="+mn-ea"/>
          <a:cs typeface="+mn-cs"/>
        </a:defRPr>
      </a:lvl2pPr>
      <a:lvl3pPr marL="448193" marR="0" indent="0" algn="l" defTabSz="914367" rtl="0" eaLnBrk="1" fontAlgn="auto" latinLnBrk="0" hangingPunct="1">
        <a:lnSpc>
          <a:spcPct val="90000"/>
        </a:lnSpc>
        <a:spcBef>
          <a:spcPts val="0"/>
        </a:spcBef>
        <a:spcAft>
          <a:spcPts val="0"/>
        </a:spcAft>
        <a:buClrTx/>
        <a:buSzPct val="90000"/>
        <a:buFont typeface="Wingdings" panose="05000000000000000000" pitchFamily="2" charset="2"/>
        <a:buNone/>
        <a:tabLst/>
        <a:defRPr sz="1568" kern="1200" spc="0" baseline="0">
          <a:solidFill>
            <a:srgbClr val="000000"/>
          </a:solidFill>
          <a:latin typeface="+mn-lt"/>
          <a:ea typeface="+mn-ea"/>
          <a:cs typeface="+mn-cs"/>
        </a:defRPr>
      </a:lvl3pPr>
      <a:lvl4pPr marL="672290" marR="0" indent="0" algn="l" defTabSz="914367" rtl="0" eaLnBrk="1" fontAlgn="auto" latinLnBrk="0" hangingPunct="1">
        <a:lnSpc>
          <a:spcPct val="90000"/>
        </a:lnSpc>
        <a:spcBef>
          <a:spcPts val="0"/>
        </a:spcBef>
        <a:spcAft>
          <a:spcPts val="0"/>
        </a:spcAft>
        <a:buClrTx/>
        <a:buSzPct val="90000"/>
        <a:buFont typeface="Wingdings" panose="05000000000000000000" pitchFamily="2" charset="2"/>
        <a:buNone/>
        <a:tabLst/>
        <a:defRPr sz="1568" kern="1200" spc="0" baseline="0">
          <a:solidFill>
            <a:srgbClr val="000000"/>
          </a:solidFill>
          <a:latin typeface="+mn-lt"/>
          <a:ea typeface="+mn-ea"/>
          <a:cs typeface="+mn-cs"/>
        </a:defRPr>
      </a:lvl4pPr>
      <a:lvl5pPr marL="896386" marR="0" indent="0" algn="l" defTabSz="914367" rtl="0" eaLnBrk="1" fontAlgn="auto" latinLnBrk="0" hangingPunct="1">
        <a:lnSpc>
          <a:spcPct val="90000"/>
        </a:lnSpc>
        <a:spcBef>
          <a:spcPts val="0"/>
        </a:spcBef>
        <a:spcAft>
          <a:spcPts val="0"/>
        </a:spcAft>
        <a:buClrTx/>
        <a:buSzPct val="90000"/>
        <a:buFont typeface="Wingdings" panose="05000000000000000000" pitchFamily="2" charset="2"/>
        <a:buNone/>
        <a:tabLst/>
        <a:defRPr sz="1568" kern="1200" spc="0" baseline="0">
          <a:solidFill>
            <a:srgbClr val="000000"/>
          </a:soli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373">
          <p15:clr>
            <a:srgbClr val="C35EA4"/>
          </p15:clr>
        </p15:guide>
        <p15:guide id="4" pos="1517">
          <p15:clr>
            <a:srgbClr val="C35EA4"/>
          </p15:clr>
        </p15:guide>
        <p15:guide id="5" pos="2608">
          <p15:clr>
            <a:srgbClr val="C35EA4"/>
          </p15:clr>
        </p15:guide>
        <p15:guide id="6" pos="2751">
          <p15:clr>
            <a:srgbClr val="C35EA4"/>
          </p15:clr>
        </p15:guide>
        <p15:guide id="7" pos="3844">
          <p15:clr>
            <a:srgbClr val="C35EA4"/>
          </p15:clr>
        </p15:guide>
        <p15:guide id="8" pos="3989">
          <p15:clr>
            <a:srgbClr val="C35EA4"/>
          </p15:clr>
        </p15:guide>
        <p15:guide id="9" pos="5079">
          <p15:clr>
            <a:srgbClr val="C35EA4"/>
          </p15:clr>
        </p15:guide>
        <p15:guide id="10" pos="5222">
          <p15:clr>
            <a:srgbClr val="C35EA4"/>
          </p15:clr>
        </p15:guide>
        <p15:guide id="11" pos="6317">
          <p15:clr>
            <a:srgbClr val="C35EA4"/>
          </p15:clr>
        </p15:guide>
        <p15:guide id="12" pos="6460">
          <p15:clr>
            <a:srgbClr val="C35EA4"/>
          </p15:clr>
        </p15:guide>
        <p15:guide id="16" pos="274">
          <p15:clr>
            <a:srgbClr val="F26B43"/>
          </p15:clr>
        </p15:guide>
        <p15:guide id="17" pos="7558">
          <p15:clr>
            <a:srgbClr val="F26B43"/>
          </p15:clr>
        </p15:guide>
        <p15:guide id="18" orient="horz" pos="758">
          <p15:clr>
            <a:srgbClr val="5ACBF0"/>
          </p15:clr>
        </p15:guide>
        <p15:guide id="19" orient="horz" pos="1363">
          <p15:clr>
            <a:srgbClr val="5ACBF0"/>
          </p15:clr>
        </p15:guide>
        <p15:guide id="20" orient="horz" pos="612">
          <p15:clr>
            <a:srgbClr val="5ACBF0"/>
          </p15:clr>
        </p15:guide>
        <p15:guide id="21" orient="horz" pos="1515">
          <p15:clr>
            <a:srgbClr val="5ACBF0"/>
          </p15:clr>
        </p15:guide>
        <p15:guide id="22" orient="horz" pos="2127">
          <p15:clr>
            <a:srgbClr val="5ACBF0"/>
          </p15:clr>
        </p15:guide>
        <p15:guide id="23" orient="horz" pos="2275">
          <p15:clr>
            <a:srgbClr val="5ACBF0"/>
          </p15:clr>
        </p15:guide>
        <p15:guide id="25" orient="horz" pos="280">
          <p15:clr>
            <a:srgbClr val="F26B43"/>
          </p15:clr>
        </p15:guide>
        <p15:guide id="26" orient="horz" pos="4127">
          <p15:clr>
            <a:srgbClr val="F26B43"/>
          </p15:clr>
        </p15:guide>
        <p15:guide id="27" orient="horz" pos="2889">
          <p15:clr>
            <a:srgbClr val="5ACBF0"/>
          </p15:clr>
        </p15:guide>
        <p15:guide id="28" orient="horz" pos="3032">
          <p15:clr>
            <a:srgbClr val="5ACBF0"/>
          </p15:clr>
        </p15:guide>
        <p15:guide id="29" orient="horz" pos="3648">
          <p15:clr>
            <a:srgbClr val="5ACBF0"/>
          </p15:clr>
        </p15:guide>
        <p15:guide id="30" orient="horz" pos="3792">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74816" y="510988"/>
            <a:ext cx="11018520" cy="43088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517338"/>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5" name="Slide Number Placeholder 4">
            <a:extLst>
              <a:ext uri="{FF2B5EF4-FFF2-40B4-BE49-F238E27FC236}">
                <a16:creationId xmlns:a16="http://schemas.microsoft.com/office/drawing/2014/main" id="{80A4F1D7-3A7D-4034-C8B1-F829749DAE02}"/>
              </a:ext>
            </a:extLst>
          </p:cNvPr>
          <p:cNvSpPr>
            <a:spLocks noGrp="1"/>
          </p:cNvSpPr>
          <p:nvPr>
            <p:ph type="sldNum" sz="quarter" idx="4"/>
          </p:nvPr>
        </p:nvSpPr>
        <p:spPr>
          <a:xfrm>
            <a:off x="11115040" y="6356350"/>
            <a:ext cx="781304" cy="365125"/>
          </a:xfrm>
          <a:prstGeom prst="rect">
            <a:avLst/>
          </a:prstGeom>
        </p:spPr>
        <p:txBody>
          <a:bodyPr vert="horz" lIns="91440" tIns="45720" rIns="91440" bIns="45720" rtlCol="0" anchor="ctr"/>
          <a:lstStyle>
            <a:lvl1pPr algn="r">
              <a:defRPr sz="1200">
                <a:solidFill>
                  <a:schemeClr val="tx1"/>
                </a:solidFill>
              </a:defRPr>
            </a:lvl1pPr>
          </a:lstStyle>
          <a:p>
            <a:fld id="{8F93FC27-A1D1-4A1D-8E2D-C92B07A03756}" type="slidenum">
              <a:rPr lang="en-US" smtClean="0"/>
              <a:pPr/>
              <a:t>‹#›</a:t>
            </a:fld>
            <a:endParaRPr lang="en-US"/>
          </a:p>
        </p:txBody>
      </p:sp>
    </p:spTree>
    <p:extLst>
      <p:ext uri="{BB962C8B-B14F-4D97-AF65-F5344CB8AC3E}">
        <p14:creationId xmlns:p14="http://schemas.microsoft.com/office/powerpoint/2010/main" val="831056753"/>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 id="2147483779" r:id="rId25"/>
    <p:sldLayoutId id="2147483780" r:id="rId26"/>
    <p:sldLayoutId id="2147483781" r:id="rId27"/>
    <p:sldLayoutId id="2147483782" r:id="rId28"/>
    <p:sldLayoutId id="2147483783" r:id="rId29"/>
    <p:sldLayoutId id="2147483784" r:id="rId30"/>
    <p:sldLayoutId id="2147483785" r:id="rId31"/>
    <p:sldLayoutId id="2147483786" r:id="rId32"/>
  </p:sldLayoutIdLst>
  <p:transition>
    <p:fade/>
  </p:transition>
  <p:hf hdr="0" ftr="0" dt="0"/>
  <p:txStyles>
    <p:titleStyle>
      <a:lvl1pPr algn="l" defTabSz="932742" rtl="0" eaLnBrk="1" latinLnBrk="0" hangingPunct="1">
        <a:lnSpc>
          <a:spcPct val="100000"/>
        </a:lnSpc>
        <a:spcBef>
          <a:spcPct val="0"/>
        </a:spcBef>
        <a:buNone/>
        <a:defRPr lang="en-US" sz="2800" b="0" kern="1200" cap="none" spc="-50" baseline="0" dirty="0" smtClean="0">
          <a:ln w="3175">
            <a:noFill/>
          </a:ln>
          <a:solidFill>
            <a:srgbClr val="000000"/>
          </a:solidFill>
          <a:effectLst/>
          <a:latin typeface="+mj-lt"/>
          <a:ea typeface="+mn-ea"/>
          <a:cs typeface="Segoe UI" pitchFamily="34" charset="0"/>
        </a:defRPr>
      </a:lvl1pPr>
    </p:titleStyle>
    <p:bodyStyle>
      <a:lvl1pPr marL="0" marR="0" indent="0" algn="l" defTabSz="932742" rtl="0" eaLnBrk="1" fontAlgn="auto" latinLnBrk="0" hangingPunct="1">
        <a:lnSpc>
          <a:spcPct val="100000"/>
        </a:lnSpc>
        <a:spcBef>
          <a:spcPts val="1800"/>
        </a:spcBef>
        <a:spcAft>
          <a:spcPts val="0"/>
        </a:spcAft>
        <a:buClrTx/>
        <a:buSzPct val="90000"/>
        <a:buFont typeface="Wingdings" panose="05000000000000000000" pitchFamily="2" charset="2"/>
        <a:buNone/>
        <a:tabLst/>
        <a:defRPr sz="1800" kern="1200" spc="0" baseline="0">
          <a:solidFill>
            <a:srgbClr val="000000"/>
          </a:solidFill>
          <a:latin typeface="+mj-lt"/>
          <a:ea typeface="+mn-ea"/>
          <a:cs typeface="Segoe UI Semilight" panose="020B0402040204020203" pitchFamily="34" charset="0"/>
        </a:defRPr>
      </a:lvl1pPr>
      <a:lvl2pPr marL="0" marR="0" indent="0" algn="l" defTabSz="932742" rtl="0" eaLnBrk="1" fontAlgn="auto" latinLnBrk="0" hangingPunct="1">
        <a:lnSpc>
          <a:spcPct val="100000"/>
        </a:lnSpc>
        <a:spcBef>
          <a:spcPts val="1200"/>
        </a:spcBef>
        <a:spcAft>
          <a:spcPts val="0"/>
        </a:spcAft>
        <a:buClrTx/>
        <a:buSzPct val="90000"/>
        <a:buFont typeface="Wingdings" panose="05000000000000000000" pitchFamily="2" charset="2"/>
        <a:buNone/>
        <a:tabLst/>
        <a:defRPr sz="1600" kern="1200" spc="0" baseline="0">
          <a:solidFill>
            <a:srgbClr val="000000"/>
          </a:solidFill>
          <a:latin typeface="+mn-lt"/>
          <a:ea typeface="+mn-ea"/>
          <a:cs typeface="+mn-cs"/>
        </a:defRPr>
      </a:lvl2pPr>
      <a:lvl3pPr marL="200025" marR="0" indent="-200025" algn="l" defTabSz="932742" rtl="0" eaLnBrk="1" fontAlgn="auto" latinLnBrk="0" hangingPunct="1">
        <a:lnSpc>
          <a:spcPct val="100000"/>
        </a:lnSpc>
        <a:spcBef>
          <a:spcPts val="6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402336"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4pPr>
      <a:lvl5pPr marL="603504" marR="0" indent="-201168"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540">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5.xml"/></Relationships>
</file>

<file path=ppt/slides/_rels/slide2.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2.xml"/><Relationship Id="rId1" Type="http://schemas.openxmlformats.org/officeDocument/2006/relationships/slideLayout" Target="../slideLayouts/slideLayout73.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72.xml"/><Relationship Id="rId6" Type="http://schemas.microsoft.com/office/2007/relationships/hdphoto" Target="../media/hdphoto6.wdp"/><Relationship Id="rId5" Type="http://schemas.openxmlformats.org/officeDocument/2006/relationships/image" Target="../media/image53.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svg"/><Relationship Id="rId2" Type="http://schemas.openxmlformats.org/officeDocument/2006/relationships/notesSlide" Target="../notesSlides/notesSlide4.xml"/><Relationship Id="rId1" Type="http://schemas.openxmlformats.org/officeDocument/2006/relationships/slideLayout" Target="../slideLayouts/slideLayout68.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72.xml"/><Relationship Id="rId6" Type="http://schemas.microsoft.com/office/2007/relationships/hdphoto" Target="../media/hdphoto6.wdp"/><Relationship Id="rId5" Type="http://schemas.openxmlformats.org/officeDocument/2006/relationships/image" Target="../media/image53.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61D34-C458-6B08-2687-A9BC10F595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84FF81-8D16-F06E-EB4B-3BD12C7066AF}"/>
              </a:ext>
            </a:extLst>
          </p:cNvPr>
          <p:cNvSpPr>
            <a:spLocks noGrp="1"/>
          </p:cNvSpPr>
          <p:nvPr>
            <p:ph type="title"/>
          </p:nvPr>
        </p:nvSpPr>
        <p:spPr>
          <a:xfrm>
            <a:off x="588263" y="1826015"/>
            <a:ext cx="7671154" cy="1107996"/>
          </a:xfrm>
        </p:spPr>
        <p:txBody>
          <a:bodyPr/>
          <a:lstStyle/>
          <a:p>
            <a:br>
              <a:rPr lang="en-US" sz="4400" dirty="0">
                <a:latin typeface="Segoe UI Semibold"/>
                <a:cs typeface="Segoe UI Semibold"/>
              </a:rPr>
            </a:br>
            <a:r>
              <a:rPr lang="en-GB" dirty="0"/>
              <a:t>Prompt-a-thon</a:t>
            </a:r>
            <a:endParaRPr lang="en-US" sz="2000" dirty="0">
              <a:solidFill>
                <a:schemeClr val="tx1"/>
              </a:solidFill>
              <a:latin typeface="Segoe UI" panose="020B0502040204020203" pitchFamily="34" charset="0"/>
              <a:cs typeface="Segoe UI" panose="020B0502040204020203" pitchFamily="34" charset="0"/>
            </a:endParaRPr>
          </a:p>
        </p:txBody>
      </p:sp>
      <p:sp>
        <p:nvSpPr>
          <p:cNvPr id="8" name="Text Placeholder 2">
            <a:extLst>
              <a:ext uri="{FF2B5EF4-FFF2-40B4-BE49-F238E27FC236}">
                <a16:creationId xmlns:a16="http://schemas.microsoft.com/office/drawing/2014/main" id="{66F50727-C4D8-47E1-1415-03768DA1B01A}"/>
              </a:ext>
            </a:extLst>
          </p:cNvPr>
          <p:cNvSpPr txBox="1">
            <a:spLocks/>
          </p:cNvSpPr>
          <p:nvPr/>
        </p:nvSpPr>
        <p:spPr>
          <a:xfrm>
            <a:off x="540895" y="3429000"/>
            <a:ext cx="3895725" cy="307777"/>
          </a:xfrm>
          <a:prstGeom prst="rect">
            <a:avLst/>
          </a:prstGeom>
        </p:spPr>
        <p:txBody>
          <a:bodyPr vert="horz" wrap="square" lIns="0" tIns="0" rIns="0" bIns="0" rtlCol="0" anchor="t">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rgbClr val="000000"/>
                </a:solidFill>
                <a:latin typeface="+mn-lt"/>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rgbClr val="000000"/>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rgbClr val="000000"/>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200" kern="1200" spc="0" baseline="0">
                <a:solidFill>
                  <a:srgbClr val="000000"/>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000" kern="1200" spc="0" baseline="0">
                <a:solidFill>
                  <a:srgbClr val="000000"/>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000" b="0" i="0" u="none" strike="noStrike" kern="1200" cap="none" spc="0" normalizeH="0" baseline="0" noProof="0" dirty="0">
                <a:ln>
                  <a:noFill/>
                </a:ln>
                <a:solidFill>
                  <a:prstClr val="black"/>
                </a:solidFill>
                <a:effectLst/>
                <a:uLnTx/>
                <a:uFillTx/>
                <a:latin typeface="Segoe Sans Display"/>
                <a:ea typeface="+mn-ea"/>
                <a:cs typeface="Segoe UI Semilight"/>
              </a:rPr>
              <a:t>&lt;Team Name&gt;</a:t>
            </a:r>
          </a:p>
        </p:txBody>
      </p:sp>
      <p:sp>
        <p:nvSpPr>
          <p:cNvPr id="3" name="TextBox 2">
            <a:extLst>
              <a:ext uri="{FF2B5EF4-FFF2-40B4-BE49-F238E27FC236}">
                <a16:creationId xmlns:a16="http://schemas.microsoft.com/office/drawing/2014/main" id="{CED21515-3B9C-517E-6519-8D6DEC08039B}"/>
              </a:ext>
            </a:extLst>
          </p:cNvPr>
          <p:cNvSpPr txBox="1"/>
          <p:nvPr/>
        </p:nvSpPr>
        <p:spPr>
          <a:xfrm>
            <a:off x="540895" y="1006626"/>
            <a:ext cx="3971069"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egoe UI Semibold"/>
                <a:ea typeface="+mn-ea"/>
                <a:cs typeface="Segoe UI Semibold"/>
              </a:rPr>
              <a:t>Hack Pack</a:t>
            </a:r>
            <a:endParaRPr kumimoji="0" lang="en-GB" sz="2400" b="0" i="0" u="none" strike="noStrike" kern="1200" cap="none" spc="0" normalizeH="0" baseline="0" noProof="0" dirty="0">
              <a:ln>
                <a:noFill/>
              </a:ln>
              <a:solidFill>
                <a:prstClr val="black"/>
              </a:solidFill>
              <a:effectLst/>
              <a:uLnTx/>
              <a:uFillTx/>
              <a:latin typeface="Segoe UI Semibold"/>
              <a:ea typeface="+mn-ea"/>
              <a:cs typeface="Segoe UI Semibold"/>
            </a:endParaRPr>
          </a:p>
        </p:txBody>
      </p:sp>
    </p:spTree>
    <p:extLst>
      <p:ext uri="{BB962C8B-B14F-4D97-AF65-F5344CB8AC3E}">
        <p14:creationId xmlns:p14="http://schemas.microsoft.com/office/powerpoint/2010/main" val="2561546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2A85B-EA65-A28F-FB0B-BA4E6C0C0878}"/>
              </a:ext>
            </a:extLst>
          </p:cNvPr>
          <p:cNvSpPr>
            <a:spLocks noGrp="1"/>
          </p:cNvSpPr>
          <p:nvPr>
            <p:ph type="title"/>
          </p:nvPr>
        </p:nvSpPr>
        <p:spPr>
          <a:xfrm>
            <a:off x="582276" y="184968"/>
            <a:ext cx="11018520" cy="553998"/>
          </a:xfrm>
        </p:spPr>
        <p:txBody>
          <a:bodyPr/>
          <a:lstStyle/>
          <a:p>
            <a:pPr algn="ctr"/>
            <a:r>
              <a:rPr lang="en-US" dirty="0"/>
              <a:t>Reflect on your workflow</a:t>
            </a:r>
          </a:p>
        </p:txBody>
      </p:sp>
      <p:sp>
        <p:nvSpPr>
          <p:cNvPr id="31" name="Rectangle: Rounded Corners 3">
            <a:extLst>
              <a:ext uri="{FF2B5EF4-FFF2-40B4-BE49-F238E27FC236}">
                <a16:creationId xmlns:a16="http://schemas.microsoft.com/office/drawing/2014/main" id="{D66E5F59-3C26-2396-56AA-0015B3A569FE}"/>
              </a:ext>
            </a:extLst>
          </p:cNvPr>
          <p:cNvSpPr/>
          <p:nvPr/>
        </p:nvSpPr>
        <p:spPr bwMode="auto">
          <a:xfrm>
            <a:off x="4126655" y="1751665"/>
            <a:ext cx="3938688" cy="614802"/>
          </a:xfrm>
          <a:prstGeom prst="roundRect">
            <a:avLst>
              <a:gd name="adj" fmla="val 11366"/>
            </a:avLst>
          </a:prstGeom>
          <a:gradFill>
            <a:gsLst>
              <a:gs pos="42000">
                <a:schemeClr val="accent1"/>
              </a:gs>
              <a:gs pos="0">
                <a:srgbClr val="4DDBF8"/>
              </a:gs>
              <a:gs pos="80000">
                <a:srgbClr val="8678D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bold"/>
                <a:ea typeface="+mn-ea"/>
                <a:cs typeface="Segoe UI" pitchFamily="34" charset="0"/>
              </a:rPr>
              <a:t>In my job, I’m responsible for </a:t>
            </a:r>
          </a:p>
        </p:txBody>
      </p:sp>
      <p:sp>
        <p:nvSpPr>
          <p:cNvPr id="3" name="Rounded Rectangle 2">
            <a:extLst>
              <a:ext uri="{FF2B5EF4-FFF2-40B4-BE49-F238E27FC236}">
                <a16:creationId xmlns:a16="http://schemas.microsoft.com/office/drawing/2014/main" id="{487D2147-35A4-B164-A6FD-4B8ED63B33EC}"/>
              </a:ext>
            </a:extLst>
          </p:cNvPr>
          <p:cNvSpPr/>
          <p:nvPr/>
        </p:nvSpPr>
        <p:spPr bwMode="auto">
          <a:xfrm>
            <a:off x="2952956" y="3609240"/>
            <a:ext cx="1677064" cy="604062"/>
          </a:xfrm>
          <a:prstGeom prst="roundRect">
            <a:avLst/>
          </a:prstGeom>
          <a:solidFill>
            <a:schemeClr val="bg1">
              <a:alpha val="83000"/>
            </a:schemeClr>
          </a:solidFill>
          <a:ln>
            <a:solidFill>
              <a:schemeClr val="bg1"/>
            </a:solidFill>
          </a:ln>
          <a:effectLst>
            <a:outerShdw blurRad="343645" dist="295501" dir="2700000" algn="tl" rotWithShape="0">
              <a:srgbClr val="F3484C">
                <a:alpha val="15816"/>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4" name="Rounded Rectangle 3">
            <a:extLst>
              <a:ext uri="{FF2B5EF4-FFF2-40B4-BE49-F238E27FC236}">
                <a16:creationId xmlns:a16="http://schemas.microsoft.com/office/drawing/2014/main" id="{A340CBB4-D66D-210C-39EA-A40A2DB9B2DC}"/>
              </a:ext>
            </a:extLst>
          </p:cNvPr>
          <p:cNvSpPr/>
          <p:nvPr/>
        </p:nvSpPr>
        <p:spPr bwMode="auto">
          <a:xfrm>
            <a:off x="2427580" y="2874620"/>
            <a:ext cx="2011680" cy="553997"/>
          </a:xfrm>
          <a:prstGeom prst="roundRect">
            <a:avLst/>
          </a:prstGeom>
          <a:solidFill>
            <a:schemeClr val="bg1">
              <a:alpha val="83000"/>
            </a:schemeClr>
          </a:solidFill>
          <a:ln>
            <a:solidFill>
              <a:schemeClr val="bg1"/>
            </a:solidFill>
          </a:ln>
          <a:effectLst>
            <a:outerShdw blurRad="343645" dist="295501" dir="2700000" algn="tl" rotWithShape="0">
              <a:srgbClr val="F3484C">
                <a:alpha val="15816"/>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6" name="Rounded Rectangle 5">
            <a:extLst>
              <a:ext uri="{FF2B5EF4-FFF2-40B4-BE49-F238E27FC236}">
                <a16:creationId xmlns:a16="http://schemas.microsoft.com/office/drawing/2014/main" id="{A1A98A51-814D-C806-35F9-47D4CBC65FD8}"/>
              </a:ext>
            </a:extLst>
          </p:cNvPr>
          <p:cNvSpPr/>
          <p:nvPr/>
        </p:nvSpPr>
        <p:spPr bwMode="auto">
          <a:xfrm>
            <a:off x="7168419" y="2936620"/>
            <a:ext cx="2205965" cy="636054"/>
          </a:xfrm>
          <a:prstGeom prst="roundRect">
            <a:avLst/>
          </a:prstGeom>
          <a:solidFill>
            <a:schemeClr val="bg1">
              <a:alpha val="83000"/>
            </a:schemeClr>
          </a:solidFill>
          <a:ln>
            <a:solidFill>
              <a:schemeClr val="bg1"/>
            </a:solidFill>
          </a:ln>
          <a:effectLst>
            <a:outerShdw blurRad="343645" dist="295501" dir="2700000" algn="tl" rotWithShape="0">
              <a:srgbClr val="F3484C">
                <a:alpha val="15816"/>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8" name="Rounded Rectangle 7">
            <a:extLst>
              <a:ext uri="{FF2B5EF4-FFF2-40B4-BE49-F238E27FC236}">
                <a16:creationId xmlns:a16="http://schemas.microsoft.com/office/drawing/2014/main" id="{32A25205-7D84-72FB-7B88-588EC51B125C}"/>
              </a:ext>
            </a:extLst>
          </p:cNvPr>
          <p:cNvSpPr/>
          <p:nvPr/>
        </p:nvSpPr>
        <p:spPr bwMode="auto">
          <a:xfrm>
            <a:off x="7432870" y="4500783"/>
            <a:ext cx="1677062" cy="636054"/>
          </a:xfrm>
          <a:prstGeom prst="roundRect">
            <a:avLst/>
          </a:prstGeom>
          <a:solidFill>
            <a:schemeClr val="bg1">
              <a:alpha val="83000"/>
            </a:schemeClr>
          </a:solidFill>
          <a:ln>
            <a:solidFill>
              <a:schemeClr val="bg1"/>
            </a:solidFill>
          </a:ln>
          <a:effectLst>
            <a:outerShdw blurRad="343645" dist="295501" dir="2700000" algn="tl" rotWithShape="0">
              <a:srgbClr val="F3484C">
                <a:alpha val="15816"/>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9" name="Rounded Rectangle 8">
            <a:extLst>
              <a:ext uri="{FF2B5EF4-FFF2-40B4-BE49-F238E27FC236}">
                <a16:creationId xmlns:a16="http://schemas.microsoft.com/office/drawing/2014/main" id="{473EB487-34B5-BBB2-9862-E85427EB3538}"/>
              </a:ext>
            </a:extLst>
          </p:cNvPr>
          <p:cNvSpPr/>
          <p:nvPr/>
        </p:nvSpPr>
        <p:spPr bwMode="auto">
          <a:xfrm>
            <a:off x="829301" y="3590423"/>
            <a:ext cx="1952311" cy="636054"/>
          </a:xfrm>
          <a:prstGeom prst="roundRect">
            <a:avLst/>
          </a:prstGeom>
          <a:solidFill>
            <a:schemeClr val="bg1">
              <a:alpha val="83000"/>
            </a:schemeClr>
          </a:solidFill>
          <a:ln>
            <a:solidFill>
              <a:schemeClr val="bg1"/>
            </a:solidFill>
          </a:ln>
          <a:effectLst>
            <a:outerShdw blurRad="343645" dist="295501" dir="2700000" algn="tl" rotWithShape="0">
              <a:srgbClr val="F3484C">
                <a:alpha val="15816"/>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19" name="Rounded Rectangle 18">
            <a:extLst>
              <a:ext uri="{FF2B5EF4-FFF2-40B4-BE49-F238E27FC236}">
                <a16:creationId xmlns:a16="http://schemas.microsoft.com/office/drawing/2014/main" id="{4D6ED9E8-C377-D3E6-D794-621F25E4E529}"/>
              </a:ext>
            </a:extLst>
          </p:cNvPr>
          <p:cNvSpPr/>
          <p:nvPr/>
        </p:nvSpPr>
        <p:spPr bwMode="auto">
          <a:xfrm>
            <a:off x="2680186" y="5202814"/>
            <a:ext cx="1677062" cy="636054"/>
          </a:xfrm>
          <a:prstGeom prst="roundRect">
            <a:avLst/>
          </a:prstGeom>
          <a:solidFill>
            <a:schemeClr val="bg1">
              <a:alpha val="83000"/>
            </a:schemeClr>
          </a:solidFill>
          <a:ln>
            <a:solidFill>
              <a:schemeClr val="bg1"/>
            </a:solidFill>
          </a:ln>
          <a:effectLst>
            <a:outerShdw blurRad="343645" dist="295501" dir="2700000" algn="tl" rotWithShape="0">
              <a:srgbClr val="F3484C">
                <a:alpha val="15816"/>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24" name="Rounded Rectangle 23">
            <a:extLst>
              <a:ext uri="{FF2B5EF4-FFF2-40B4-BE49-F238E27FC236}">
                <a16:creationId xmlns:a16="http://schemas.microsoft.com/office/drawing/2014/main" id="{6973CB6C-B3D9-5273-3B2A-57E545300F9B}"/>
              </a:ext>
            </a:extLst>
          </p:cNvPr>
          <p:cNvSpPr/>
          <p:nvPr/>
        </p:nvSpPr>
        <p:spPr bwMode="auto">
          <a:xfrm>
            <a:off x="9274889" y="4518744"/>
            <a:ext cx="1677062" cy="636054"/>
          </a:xfrm>
          <a:prstGeom prst="roundRect">
            <a:avLst/>
          </a:prstGeom>
          <a:solidFill>
            <a:schemeClr val="bg1">
              <a:alpha val="83000"/>
            </a:schemeClr>
          </a:solidFill>
          <a:ln>
            <a:solidFill>
              <a:schemeClr val="bg1"/>
            </a:solidFill>
          </a:ln>
          <a:effectLst>
            <a:outerShdw blurRad="343645" dist="295501" dir="2700000" algn="tl" rotWithShape="0">
              <a:srgbClr val="F3484C">
                <a:alpha val="15816"/>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26" name="Rounded Rectangle 25">
            <a:extLst>
              <a:ext uri="{FF2B5EF4-FFF2-40B4-BE49-F238E27FC236}">
                <a16:creationId xmlns:a16="http://schemas.microsoft.com/office/drawing/2014/main" id="{33F96970-5E19-1BE2-ED10-098C78640AC8}"/>
              </a:ext>
            </a:extLst>
          </p:cNvPr>
          <p:cNvSpPr/>
          <p:nvPr/>
        </p:nvSpPr>
        <p:spPr bwMode="auto">
          <a:xfrm>
            <a:off x="1784733" y="4388283"/>
            <a:ext cx="2205171" cy="636054"/>
          </a:xfrm>
          <a:prstGeom prst="roundRect">
            <a:avLst/>
          </a:prstGeom>
          <a:solidFill>
            <a:schemeClr val="bg1">
              <a:alpha val="83000"/>
            </a:schemeClr>
          </a:solidFill>
          <a:ln>
            <a:solidFill>
              <a:schemeClr val="bg1"/>
            </a:solidFill>
          </a:ln>
          <a:effectLst>
            <a:outerShdw blurRad="343645" dist="295501" dir="2700000" algn="tl" rotWithShape="0">
              <a:srgbClr val="F3484C">
                <a:alpha val="15816"/>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32" name="Rounded Rectangle 31">
            <a:extLst>
              <a:ext uri="{FF2B5EF4-FFF2-40B4-BE49-F238E27FC236}">
                <a16:creationId xmlns:a16="http://schemas.microsoft.com/office/drawing/2014/main" id="{2BCD030D-8BC0-BC01-23BC-9E479B75A96C}"/>
              </a:ext>
            </a:extLst>
          </p:cNvPr>
          <p:cNvSpPr/>
          <p:nvPr/>
        </p:nvSpPr>
        <p:spPr bwMode="auto">
          <a:xfrm>
            <a:off x="8193168" y="3767718"/>
            <a:ext cx="2018455" cy="636054"/>
          </a:xfrm>
          <a:prstGeom prst="roundRect">
            <a:avLst/>
          </a:prstGeom>
          <a:solidFill>
            <a:schemeClr val="bg1">
              <a:alpha val="83000"/>
            </a:schemeClr>
          </a:solidFill>
          <a:ln>
            <a:solidFill>
              <a:schemeClr val="bg1"/>
            </a:solidFill>
          </a:ln>
          <a:effectLst>
            <a:outerShdw blurRad="343645" dist="295501" dir="2700000" algn="tl" rotWithShape="0">
              <a:srgbClr val="F3484C">
                <a:alpha val="15816"/>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33" name="Rounded Rectangle 32">
            <a:extLst>
              <a:ext uri="{FF2B5EF4-FFF2-40B4-BE49-F238E27FC236}">
                <a16:creationId xmlns:a16="http://schemas.microsoft.com/office/drawing/2014/main" id="{41E4CD9E-AD5C-1753-DE24-771778650C1C}"/>
              </a:ext>
            </a:extLst>
          </p:cNvPr>
          <p:cNvSpPr/>
          <p:nvPr/>
        </p:nvSpPr>
        <p:spPr bwMode="auto">
          <a:xfrm>
            <a:off x="829301" y="5183900"/>
            <a:ext cx="1677063" cy="636054"/>
          </a:xfrm>
          <a:prstGeom prst="roundRect">
            <a:avLst/>
          </a:prstGeom>
          <a:solidFill>
            <a:schemeClr val="bg1">
              <a:alpha val="83000"/>
            </a:schemeClr>
          </a:solidFill>
          <a:ln>
            <a:solidFill>
              <a:schemeClr val="bg1"/>
            </a:solidFill>
          </a:ln>
          <a:effectLst>
            <a:outerShdw blurRad="343645" dist="295501" dir="2700000" algn="tl" rotWithShape="0">
              <a:srgbClr val="F3484C">
                <a:alpha val="15816"/>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34" name="Rounded Rectangle 33">
            <a:extLst>
              <a:ext uri="{FF2B5EF4-FFF2-40B4-BE49-F238E27FC236}">
                <a16:creationId xmlns:a16="http://schemas.microsoft.com/office/drawing/2014/main" id="{4A634974-849F-A24B-05C2-ABF3B527D477}"/>
              </a:ext>
            </a:extLst>
          </p:cNvPr>
          <p:cNvSpPr/>
          <p:nvPr/>
        </p:nvSpPr>
        <p:spPr bwMode="auto">
          <a:xfrm>
            <a:off x="9511813" y="2936620"/>
            <a:ext cx="1677063" cy="636054"/>
          </a:xfrm>
          <a:prstGeom prst="roundRect">
            <a:avLst/>
          </a:prstGeom>
          <a:solidFill>
            <a:schemeClr val="bg1">
              <a:alpha val="83000"/>
            </a:schemeClr>
          </a:solidFill>
          <a:ln>
            <a:solidFill>
              <a:schemeClr val="bg1"/>
            </a:solidFill>
          </a:ln>
          <a:effectLst>
            <a:outerShdw blurRad="343645" dist="295501" dir="2700000" algn="tl" rotWithShape="0">
              <a:srgbClr val="F3484C">
                <a:alpha val="15816"/>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sp>
        <p:nvSpPr>
          <p:cNvPr id="35" name="Rounded Rectangle 34">
            <a:extLst>
              <a:ext uri="{FF2B5EF4-FFF2-40B4-BE49-F238E27FC236}">
                <a16:creationId xmlns:a16="http://schemas.microsoft.com/office/drawing/2014/main" id="{70CDB891-A8A7-AB60-2C31-3BC095105245}"/>
              </a:ext>
            </a:extLst>
          </p:cNvPr>
          <p:cNvSpPr/>
          <p:nvPr/>
        </p:nvSpPr>
        <p:spPr bwMode="auto">
          <a:xfrm>
            <a:off x="8160233" y="5295119"/>
            <a:ext cx="2011680" cy="640080"/>
          </a:xfrm>
          <a:prstGeom prst="roundRect">
            <a:avLst/>
          </a:prstGeom>
          <a:solidFill>
            <a:schemeClr val="bg1">
              <a:alpha val="83000"/>
            </a:schemeClr>
          </a:solidFill>
          <a:ln>
            <a:solidFill>
              <a:schemeClr val="bg1"/>
            </a:solidFill>
          </a:ln>
          <a:effectLst>
            <a:outerShdw blurRad="343645" dist="295501" dir="2700000" algn="tl" rotWithShape="0">
              <a:srgbClr val="F3484C">
                <a:alpha val="15816"/>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Segoe UI"/>
              <a:ea typeface="+mn-ea"/>
              <a:cs typeface="Segoe UI" pitchFamily="34" charset="0"/>
            </a:endParaRPr>
          </a:p>
        </p:txBody>
      </p:sp>
      <p:grpSp>
        <p:nvGrpSpPr>
          <p:cNvPr id="15" name="Group 14">
            <a:extLst>
              <a:ext uri="{FF2B5EF4-FFF2-40B4-BE49-F238E27FC236}">
                <a16:creationId xmlns:a16="http://schemas.microsoft.com/office/drawing/2014/main" id="{D945EB9F-3CDF-D4D2-A886-B6EDF6D939BB}"/>
              </a:ext>
              <a:ext uri="{C183D7F6-B498-43B3-948B-1728B52AA6E4}">
                <adec:decorative xmlns:adec="http://schemas.microsoft.com/office/drawing/2017/decorative" val="1"/>
              </a:ext>
            </a:extLst>
          </p:cNvPr>
          <p:cNvGrpSpPr>
            <a:grpSpLocks noChangeAspect="1"/>
          </p:cNvGrpSpPr>
          <p:nvPr/>
        </p:nvGrpSpPr>
        <p:grpSpPr>
          <a:xfrm>
            <a:off x="4486764" y="2791685"/>
            <a:ext cx="3209544" cy="3209544"/>
            <a:chOff x="448978" y="1473296"/>
            <a:chExt cx="4253520" cy="4253520"/>
          </a:xfrm>
        </p:grpSpPr>
        <p:sp>
          <p:nvSpPr>
            <p:cNvPr id="16" name="Oval 15">
              <a:extLst>
                <a:ext uri="{FF2B5EF4-FFF2-40B4-BE49-F238E27FC236}">
                  <a16:creationId xmlns:a16="http://schemas.microsoft.com/office/drawing/2014/main" id="{D3332AED-3C82-358B-416B-F63D5CBACCAF}"/>
                </a:ext>
              </a:extLst>
            </p:cNvPr>
            <p:cNvSpPr/>
            <p:nvPr/>
          </p:nvSpPr>
          <p:spPr bwMode="auto">
            <a:xfrm>
              <a:off x="448978" y="1473296"/>
              <a:ext cx="4253520" cy="4253520"/>
            </a:xfrm>
            <a:prstGeom prst="ellipse">
              <a:avLst/>
            </a:prstGeom>
            <a:gradFill>
              <a:gsLst>
                <a:gs pos="0">
                  <a:srgbClr val="0F6CBD"/>
                </a:gs>
                <a:gs pos="100000">
                  <a:srgbClr val="9F51DE"/>
                </a:gs>
              </a:gsLst>
              <a:lin ang="0" scaled="1"/>
            </a:gradFill>
            <a:ln>
              <a:noFill/>
            </a:ln>
            <a:effectLst>
              <a:outerShdw blurRad="343645" dist="295501" dir="2700000" algn="tl" rotWithShape="0">
                <a:srgbClr val="F3484C">
                  <a:alpha val="15816"/>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pic>
          <p:nvPicPr>
            <p:cNvPr id="17" name="Picture 16">
              <a:extLst>
                <a:ext uri="{FF2B5EF4-FFF2-40B4-BE49-F238E27FC236}">
                  <a16:creationId xmlns:a16="http://schemas.microsoft.com/office/drawing/2014/main" id="{9B688521-9A63-9A36-A2FD-2107ED1DC9E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82158" y="1609200"/>
              <a:ext cx="4001101" cy="4001101"/>
            </a:xfrm>
            <a:prstGeom prst="ellipse">
              <a:avLst/>
            </a:prstGeom>
            <a:ln>
              <a:noFill/>
            </a:ln>
            <a:effectLst/>
          </p:spPr>
        </p:pic>
      </p:grpSp>
      <p:sp>
        <p:nvSpPr>
          <p:cNvPr id="7" name="!!Header1">
            <a:extLst>
              <a:ext uri="{FF2B5EF4-FFF2-40B4-BE49-F238E27FC236}">
                <a16:creationId xmlns:a16="http://schemas.microsoft.com/office/drawing/2014/main" id="{C3C40D41-71E2-0E72-6378-E45471E50539}"/>
              </a:ext>
            </a:extLst>
          </p:cNvPr>
          <p:cNvSpPr/>
          <p:nvPr/>
        </p:nvSpPr>
        <p:spPr bwMode="auto">
          <a:xfrm>
            <a:off x="432153" y="6358568"/>
            <a:ext cx="10756723" cy="440721"/>
          </a:xfrm>
          <a:prstGeom prst="roundRect">
            <a:avLst>
              <a:gd name="adj" fmla="val 29634"/>
            </a:avLst>
          </a:prstGeom>
          <a:gradFill flip="none" rotWithShape="1">
            <a:gsLst>
              <a:gs pos="0">
                <a:schemeClr val="accent1"/>
              </a:gs>
              <a:gs pos="100000">
                <a:schemeClr val="accent2"/>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lvl="0" algn="ctr" defTabSz="914102" fontAlgn="base">
              <a:spcBef>
                <a:spcPts val="600"/>
              </a:spcBef>
              <a:spcAft>
                <a:spcPct val="0"/>
              </a:spcAft>
              <a:defRPr/>
            </a:pPr>
            <a:r>
              <a:rPr lang="en-US" b="1" dirty="0">
                <a:solidFill>
                  <a:schemeClr val="bg1"/>
                </a:solidFill>
                <a:latin typeface="+mj-lt"/>
                <a:ea typeface="Segoe UI" panose="020B0502040204020203" pitchFamily="34" charset="0"/>
                <a:cs typeface="Segoe UI" panose="020B0502040204020203" pitchFamily="34" charset="0"/>
              </a:rPr>
              <a:t>Where do bottlenecks show up? Which tasks take the most time or energy?</a:t>
            </a:r>
          </a:p>
        </p:txBody>
      </p:sp>
      <p:sp>
        <p:nvSpPr>
          <p:cNvPr id="5" name="Rectangle: Rounded Corners 3">
            <a:extLst>
              <a:ext uri="{FF2B5EF4-FFF2-40B4-BE49-F238E27FC236}">
                <a16:creationId xmlns:a16="http://schemas.microsoft.com/office/drawing/2014/main" id="{55EC8773-8B8C-1CEC-EDBE-4D88465B43B5}"/>
              </a:ext>
            </a:extLst>
          </p:cNvPr>
          <p:cNvSpPr/>
          <p:nvPr/>
        </p:nvSpPr>
        <p:spPr bwMode="auto">
          <a:xfrm>
            <a:off x="2520171" y="847075"/>
            <a:ext cx="7283006" cy="614787"/>
          </a:xfrm>
          <a:prstGeom prst="roundRect">
            <a:avLst>
              <a:gd name="adj" fmla="val 11366"/>
            </a:avLst>
          </a:prstGeom>
          <a:gradFill>
            <a:gsLst>
              <a:gs pos="42000">
                <a:schemeClr val="accent1"/>
              </a:gs>
              <a:gs pos="0">
                <a:srgbClr val="4DDBF8"/>
              </a:gs>
              <a:gs pos="80000">
                <a:srgbClr val="8678D6"/>
              </a:gs>
            </a:gsLst>
            <a:lin ang="27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76" tIns="146301" rIns="182876" bIns="146301" numCol="1" spcCol="0" rtlCol="0" fromWordArt="0" anchor="ctr" anchorCtr="0" forceAA="0" compatLnSpc="1">
            <a:prstTxWarp prst="textNoShape">
              <a:avLst/>
            </a:prstTxWarp>
            <a:noAutofit/>
          </a:bodyPr>
          <a:lstStyle/>
          <a:p>
            <a:pPr algn="ctr" defTabSz="932431" fontAlgn="base">
              <a:spcBef>
                <a:spcPct val="0"/>
              </a:spcBef>
              <a:spcAft>
                <a:spcPct val="0"/>
              </a:spcAft>
              <a:defRPr/>
            </a:pPr>
            <a:r>
              <a:rPr lang="en-US" sz="2000" noProof="0" dirty="0">
                <a:gradFill>
                  <a:gsLst>
                    <a:gs pos="0">
                      <a:srgbClr val="FFFFFF"/>
                    </a:gs>
                    <a:gs pos="100000">
                      <a:srgbClr val="FFFFFF"/>
                    </a:gs>
                  </a:gsLst>
                  <a:lin ang="5400000" scaled="0"/>
                </a:gradFill>
                <a:latin typeface="Segoe UI Semibold"/>
                <a:cs typeface="Segoe UI"/>
              </a:rPr>
              <a:t>My team is</a:t>
            </a:r>
            <a:r>
              <a:rPr kumimoji="0" lang="en-US" sz="2000"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Semibold"/>
                <a:ea typeface="+mn-ea"/>
                <a:cs typeface="Segoe UI"/>
              </a:rPr>
              <a:t> focused on: </a:t>
            </a:r>
          </a:p>
        </p:txBody>
      </p:sp>
    </p:spTree>
    <p:extLst>
      <p:ext uri="{BB962C8B-B14F-4D97-AF65-F5344CB8AC3E}">
        <p14:creationId xmlns:p14="http://schemas.microsoft.com/office/powerpoint/2010/main" val="9190720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0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00"/>
                                        <p:tgtEl>
                                          <p:spTgt spid="31"/>
                                        </p:tgtEl>
                                      </p:cBhvr>
                                    </p:animEffect>
                                  </p:childTnLst>
                                </p:cTn>
                              </p:par>
                              <p:par>
                                <p:cTn id="8" presetID="6" presetClass="emph" presetSubtype="0" accel="100000" autoRev="1" fill="hold" grpId="1" nodeType="withEffect">
                                  <p:stCondLst>
                                    <p:cond delay="0"/>
                                  </p:stCondLst>
                                  <p:childTnLst>
                                    <p:animScale>
                                      <p:cBhvr>
                                        <p:cTn id="9" dur="400" fill="hold"/>
                                        <p:tgtEl>
                                          <p:spTgt spid="31"/>
                                        </p:tgtEl>
                                      </p:cBhvr>
                                      <p:by x="90000" y="90000"/>
                                    </p:animScale>
                                  </p:childTnLst>
                                </p:cTn>
                              </p:par>
                              <p:par>
                                <p:cTn id="10" presetID="10" presetClass="entr" presetSubtype="0" fill="hold" grpId="0" nodeType="withEffect">
                                  <p:stCondLst>
                                    <p:cond delay="40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400"/>
                                        <p:tgtEl>
                                          <p:spTgt spid="9"/>
                                        </p:tgtEl>
                                      </p:cBhvr>
                                    </p:animEffect>
                                  </p:childTnLst>
                                </p:cTn>
                              </p:par>
                              <p:par>
                                <p:cTn id="13" presetID="6" presetClass="emph" presetSubtype="0" accel="100000" autoRev="1" fill="hold" grpId="1" nodeType="withEffect">
                                  <p:stCondLst>
                                    <p:cond delay="0"/>
                                  </p:stCondLst>
                                  <p:childTnLst>
                                    <p:animScale>
                                      <p:cBhvr>
                                        <p:cTn id="14" dur="400" fill="hold"/>
                                        <p:tgtEl>
                                          <p:spTgt spid="9"/>
                                        </p:tgtEl>
                                      </p:cBhvr>
                                      <p:by x="90000" y="90000"/>
                                    </p:animScale>
                                  </p:childTnLst>
                                </p:cTn>
                              </p:par>
                              <p:par>
                                <p:cTn id="15" presetID="10" presetClass="entr" presetSubtype="0" fill="hold" grpId="0" nodeType="withEffect">
                                  <p:stCondLst>
                                    <p:cond delay="40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400"/>
                                        <p:tgtEl>
                                          <p:spTgt spid="4"/>
                                        </p:tgtEl>
                                      </p:cBhvr>
                                    </p:animEffect>
                                  </p:childTnLst>
                                </p:cTn>
                              </p:par>
                              <p:par>
                                <p:cTn id="18" presetID="6" presetClass="emph" presetSubtype="0" accel="100000" autoRev="1" fill="hold" grpId="1" nodeType="withEffect">
                                  <p:stCondLst>
                                    <p:cond delay="0"/>
                                  </p:stCondLst>
                                  <p:childTnLst>
                                    <p:animScale>
                                      <p:cBhvr>
                                        <p:cTn id="19" dur="400" fill="hold"/>
                                        <p:tgtEl>
                                          <p:spTgt spid="4"/>
                                        </p:tgtEl>
                                      </p:cBhvr>
                                      <p:by x="90000" y="90000"/>
                                    </p:animScale>
                                  </p:childTnLst>
                                </p:cTn>
                              </p:par>
                              <p:par>
                                <p:cTn id="20" presetID="10" presetClass="entr" presetSubtype="0" fill="hold" grpId="0" nodeType="withEffect">
                                  <p:stCondLst>
                                    <p:cond delay="40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400"/>
                                        <p:tgtEl>
                                          <p:spTgt spid="26"/>
                                        </p:tgtEl>
                                      </p:cBhvr>
                                    </p:animEffect>
                                  </p:childTnLst>
                                </p:cTn>
                              </p:par>
                              <p:par>
                                <p:cTn id="23" presetID="6" presetClass="emph" presetSubtype="0" accel="100000" autoRev="1" fill="hold" grpId="1" nodeType="withEffect">
                                  <p:stCondLst>
                                    <p:cond delay="0"/>
                                  </p:stCondLst>
                                  <p:childTnLst>
                                    <p:animScale>
                                      <p:cBhvr>
                                        <p:cTn id="24" dur="400" fill="hold"/>
                                        <p:tgtEl>
                                          <p:spTgt spid="26"/>
                                        </p:tgtEl>
                                      </p:cBhvr>
                                      <p:by x="90000" y="90000"/>
                                    </p:animScale>
                                  </p:childTnLst>
                                </p:cTn>
                              </p:par>
                              <p:par>
                                <p:cTn id="25" presetID="10" presetClass="entr" presetSubtype="0" fill="hold" grpId="0" nodeType="withEffect">
                                  <p:stCondLst>
                                    <p:cond delay="40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par>
                                <p:cTn id="28" presetID="6" presetClass="emph" presetSubtype="0" accel="100000" autoRev="1" fill="hold" grpId="1" nodeType="withEffect">
                                  <p:stCondLst>
                                    <p:cond delay="0"/>
                                  </p:stCondLst>
                                  <p:childTnLst>
                                    <p:animScale>
                                      <p:cBhvr>
                                        <p:cTn id="29" dur="400" fill="hold"/>
                                        <p:tgtEl>
                                          <p:spTgt spid="33"/>
                                        </p:tgtEl>
                                      </p:cBhvr>
                                      <p:by x="90000" y="90000"/>
                                    </p:animScale>
                                  </p:childTnLst>
                                </p:cTn>
                              </p:par>
                              <p:par>
                                <p:cTn id="30" presetID="10" presetClass="entr" presetSubtype="0" fill="hold" grpId="0" nodeType="withEffect">
                                  <p:stCondLst>
                                    <p:cond delay="40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00"/>
                                        <p:tgtEl>
                                          <p:spTgt spid="19"/>
                                        </p:tgtEl>
                                      </p:cBhvr>
                                    </p:animEffect>
                                  </p:childTnLst>
                                </p:cTn>
                              </p:par>
                              <p:par>
                                <p:cTn id="33" presetID="6" presetClass="emph" presetSubtype="0" accel="100000" autoRev="1" fill="hold" grpId="1" nodeType="withEffect">
                                  <p:stCondLst>
                                    <p:cond delay="0"/>
                                  </p:stCondLst>
                                  <p:childTnLst>
                                    <p:animScale>
                                      <p:cBhvr>
                                        <p:cTn id="34" dur="400" fill="hold"/>
                                        <p:tgtEl>
                                          <p:spTgt spid="19"/>
                                        </p:tgtEl>
                                      </p:cBhvr>
                                      <p:by x="90000" y="90000"/>
                                    </p:animScale>
                                  </p:childTnLst>
                                </p:cTn>
                              </p:par>
                              <p:par>
                                <p:cTn id="35" presetID="10" presetClass="entr" presetSubtype="0" fill="hold" grpId="0" nodeType="withEffect">
                                  <p:stCondLst>
                                    <p:cond delay="40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400"/>
                                        <p:tgtEl>
                                          <p:spTgt spid="6"/>
                                        </p:tgtEl>
                                      </p:cBhvr>
                                    </p:animEffect>
                                  </p:childTnLst>
                                </p:cTn>
                              </p:par>
                              <p:par>
                                <p:cTn id="38" presetID="6" presetClass="emph" presetSubtype="0" accel="100000" autoRev="1" fill="hold" grpId="1" nodeType="withEffect">
                                  <p:stCondLst>
                                    <p:cond delay="0"/>
                                  </p:stCondLst>
                                  <p:childTnLst>
                                    <p:animScale>
                                      <p:cBhvr>
                                        <p:cTn id="39" dur="400" fill="hold"/>
                                        <p:tgtEl>
                                          <p:spTgt spid="6"/>
                                        </p:tgtEl>
                                      </p:cBhvr>
                                      <p:by x="90000" y="90000"/>
                                    </p:animScale>
                                  </p:childTnLst>
                                </p:cTn>
                              </p:par>
                              <p:par>
                                <p:cTn id="40" presetID="10" presetClass="entr" presetSubtype="0" fill="hold" grpId="0" nodeType="withEffect">
                                  <p:stCondLst>
                                    <p:cond delay="400"/>
                                  </p:stCondLst>
                                  <p:childTnLst>
                                    <p:set>
                                      <p:cBhvr>
                                        <p:cTn id="41" dur="1" fill="hold">
                                          <p:stCondLst>
                                            <p:cond delay="0"/>
                                          </p:stCondLst>
                                        </p:cTn>
                                        <p:tgtEl>
                                          <p:spTgt spid="34"/>
                                        </p:tgtEl>
                                        <p:attrNameLst>
                                          <p:attrName>style.visibility</p:attrName>
                                        </p:attrNameLst>
                                      </p:cBhvr>
                                      <p:to>
                                        <p:strVal val="visible"/>
                                      </p:to>
                                    </p:set>
                                    <p:animEffect transition="in" filter="fade">
                                      <p:cBhvr>
                                        <p:cTn id="42" dur="400"/>
                                        <p:tgtEl>
                                          <p:spTgt spid="34"/>
                                        </p:tgtEl>
                                      </p:cBhvr>
                                    </p:animEffect>
                                  </p:childTnLst>
                                </p:cTn>
                              </p:par>
                              <p:par>
                                <p:cTn id="43" presetID="6" presetClass="emph" presetSubtype="0" accel="100000" autoRev="1" fill="hold" grpId="1" nodeType="withEffect">
                                  <p:stCondLst>
                                    <p:cond delay="0"/>
                                  </p:stCondLst>
                                  <p:childTnLst>
                                    <p:animScale>
                                      <p:cBhvr>
                                        <p:cTn id="44" dur="400" fill="hold"/>
                                        <p:tgtEl>
                                          <p:spTgt spid="34"/>
                                        </p:tgtEl>
                                      </p:cBhvr>
                                      <p:by x="90000" y="90000"/>
                                    </p:animScale>
                                  </p:childTnLst>
                                </p:cTn>
                              </p:par>
                              <p:par>
                                <p:cTn id="45" presetID="10" presetClass="entr" presetSubtype="0" fill="hold" grpId="0" nodeType="withEffect">
                                  <p:stCondLst>
                                    <p:cond delay="40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400"/>
                                        <p:tgtEl>
                                          <p:spTgt spid="32"/>
                                        </p:tgtEl>
                                      </p:cBhvr>
                                    </p:animEffect>
                                  </p:childTnLst>
                                </p:cTn>
                              </p:par>
                              <p:par>
                                <p:cTn id="48" presetID="6" presetClass="emph" presetSubtype="0" accel="100000" autoRev="1" fill="hold" grpId="1" nodeType="withEffect">
                                  <p:stCondLst>
                                    <p:cond delay="0"/>
                                  </p:stCondLst>
                                  <p:childTnLst>
                                    <p:animScale>
                                      <p:cBhvr>
                                        <p:cTn id="49" dur="400" fill="hold"/>
                                        <p:tgtEl>
                                          <p:spTgt spid="32"/>
                                        </p:tgtEl>
                                      </p:cBhvr>
                                      <p:by x="90000" y="90000"/>
                                    </p:animScale>
                                  </p:childTnLst>
                                </p:cTn>
                              </p:par>
                              <p:par>
                                <p:cTn id="50" presetID="10" presetClass="entr" presetSubtype="0" fill="hold" grpId="0" nodeType="withEffect">
                                  <p:stCondLst>
                                    <p:cond delay="400"/>
                                  </p:stCondLst>
                                  <p:childTnLst>
                                    <p:set>
                                      <p:cBhvr>
                                        <p:cTn id="51" dur="1" fill="hold">
                                          <p:stCondLst>
                                            <p:cond delay="0"/>
                                          </p:stCondLst>
                                        </p:cTn>
                                        <p:tgtEl>
                                          <p:spTgt spid="8"/>
                                        </p:tgtEl>
                                        <p:attrNameLst>
                                          <p:attrName>style.visibility</p:attrName>
                                        </p:attrNameLst>
                                      </p:cBhvr>
                                      <p:to>
                                        <p:strVal val="visible"/>
                                      </p:to>
                                    </p:set>
                                    <p:animEffect transition="in" filter="fade">
                                      <p:cBhvr>
                                        <p:cTn id="52" dur="400"/>
                                        <p:tgtEl>
                                          <p:spTgt spid="8"/>
                                        </p:tgtEl>
                                      </p:cBhvr>
                                    </p:animEffect>
                                  </p:childTnLst>
                                </p:cTn>
                              </p:par>
                              <p:par>
                                <p:cTn id="53" presetID="6" presetClass="emph" presetSubtype="0" accel="100000" autoRev="1" fill="hold" grpId="1" nodeType="withEffect">
                                  <p:stCondLst>
                                    <p:cond delay="0"/>
                                  </p:stCondLst>
                                  <p:childTnLst>
                                    <p:animScale>
                                      <p:cBhvr>
                                        <p:cTn id="54" dur="400" fill="hold"/>
                                        <p:tgtEl>
                                          <p:spTgt spid="8"/>
                                        </p:tgtEl>
                                      </p:cBhvr>
                                      <p:by x="90000" y="90000"/>
                                    </p:animScale>
                                  </p:childTnLst>
                                </p:cTn>
                              </p:par>
                              <p:par>
                                <p:cTn id="55" presetID="10" presetClass="entr" presetSubtype="0" fill="hold" grpId="0" nodeType="withEffect">
                                  <p:stCondLst>
                                    <p:cond delay="40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400"/>
                                        <p:tgtEl>
                                          <p:spTgt spid="24"/>
                                        </p:tgtEl>
                                      </p:cBhvr>
                                    </p:animEffect>
                                  </p:childTnLst>
                                </p:cTn>
                              </p:par>
                              <p:par>
                                <p:cTn id="58" presetID="6" presetClass="emph" presetSubtype="0" accel="100000" autoRev="1" fill="hold" grpId="1" nodeType="withEffect">
                                  <p:stCondLst>
                                    <p:cond delay="0"/>
                                  </p:stCondLst>
                                  <p:childTnLst>
                                    <p:animScale>
                                      <p:cBhvr>
                                        <p:cTn id="59" dur="400" fill="hold"/>
                                        <p:tgtEl>
                                          <p:spTgt spid="24"/>
                                        </p:tgtEl>
                                      </p:cBhvr>
                                      <p:by x="90000" y="90000"/>
                                    </p:animScale>
                                  </p:childTnLst>
                                </p:cTn>
                              </p:par>
                              <p:par>
                                <p:cTn id="60" presetID="10" presetClass="entr" presetSubtype="0" fill="hold" grpId="0" nodeType="withEffect">
                                  <p:stCondLst>
                                    <p:cond delay="400"/>
                                  </p:stCondLst>
                                  <p:childTnLst>
                                    <p:set>
                                      <p:cBhvr>
                                        <p:cTn id="61" dur="1" fill="hold">
                                          <p:stCondLst>
                                            <p:cond delay="0"/>
                                          </p:stCondLst>
                                        </p:cTn>
                                        <p:tgtEl>
                                          <p:spTgt spid="35"/>
                                        </p:tgtEl>
                                        <p:attrNameLst>
                                          <p:attrName>style.visibility</p:attrName>
                                        </p:attrNameLst>
                                      </p:cBhvr>
                                      <p:to>
                                        <p:strVal val="visible"/>
                                      </p:to>
                                    </p:set>
                                    <p:animEffect transition="in" filter="fade">
                                      <p:cBhvr>
                                        <p:cTn id="62" dur="400"/>
                                        <p:tgtEl>
                                          <p:spTgt spid="35"/>
                                        </p:tgtEl>
                                      </p:cBhvr>
                                    </p:animEffect>
                                  </p:childTnLst>
                                </p:cTn>
                              </p:par>
                              <p:par>
                                <p:cTn id="63" presetID="6" presetClass="emph" presetSubtype="0" accel="100000" autoRev="1" fill="hold" grpId="1" nodeType="withEffect">
                                  <p:stCondLst>
                                    <p:cond delay="0"/>
                                  </p:stCondLst>
                                  <p:childTnLst>
                                    <p:animScale>
                                      <p:cBhvr>
                                        <p:cTn id="64" dur="400" fill="hold"/>
                                        <p:tgtEl>
                                          <p:spTgt spid="35"/>
                                        </p:tgtEl>
                                      </p:cBhvr>
                                      <p:by x="90000" y="90000"/>
                                    </p:animScale>
                                  </p:childTnLst>
                                </p:cTn>
                              </p:par>
                              <p:par>
                                <p:cTn id="65" presetID="10" presetClass="entr" presetSubtype="0" fill="hold" grpId="0" nodeType="withEffect">
                                  <p:stCondLst>
                                    <p:cond delay="400"/>
                                  </p:stCondLst>
                                  <p:childTnLst>
                                    <p:set>
                                      <p:cBhvr>
                                        <p:cTn id="66" dur="1" fill="hold">
                                          <p:stCondLst>
                                            <p:cond delay="0"/>
                                          </p:stCondLst>
                                        </p:cTn>
                                        <p:tgtEl>
                                          <p:spTgt spid="3"/>
                                        </p:tgtEl>
                                        <p:attrNameLst>
                                          <p:attrName>style.visibility</p:attrName>
                                        </p:attrNameLst>
                                      </p:cBhvr>
                                      <p:to>
                                        <p:strVal val="visible"/>
                                      </p:to>
                                    </p:set>
                                    <p:animEffect transition="in" filter="fade">
                                      <p:cBhvr>
                                        <p:cTn id="67" dur="400"/>
                                        <p:tgtEl>
                                          <p:spTgt spid="3"/>
                                        </p:tgtEl>
                                      </p:cBhvr>
                                    </p:animEffect>
                                  </p:childTnLst>
                                </p:cTn>
                              </p:par>
                              <p:par>
                                <p:cTn id="68" presetID="6" presetClass="emph" presetSubtype="0" accel="100000" autoRev="1" fill="hold" grpId="1" nodeType="withEffect">
                                  <p:stCondLst>
                                    <p:cond delay="0"/>
                                  </p:stCondLst>
                                  <p:childTnLst>
                                    <p:animScale>
                                      <p:cBhvr>
                                        <p:cTn id="69" dur="400" fill="hold"/>
                                        <p:tgtEl>
                                          <p:spTgt spid="3"/>
                                        </p:tgtEl>
                                      </p:cBhvr>
                                      <p:by x="90000" y="90000"/>
                                    </p:animScale>
                                  </p:childTnLst>
                                </p:cTn>
                              </p:par>
                              <p:par>
                                <p:cTn id="70" presetID="10" presetClass="entr" presetSubtype="0" fill="hold" grpId="0" nodeType="withEffect">
                                  <p:stCondLst>
                                    <p:cond delay="400"/>
                                  </p:stCondLst>
                                  <p:childTnLst>
                                    <p:set>
                                      <p:cBhvr>
                                        <p:cTn id="71" dur="1" fill="hold">
                                          <p:stCondLst>
                                            <p:cond delay="0"/>
                                          </p:stCondLst>
                                        </p:cTn>
                                        <p:tgtEl>
                                          <p:spTgt spid="5"/>
                                        </p:tgtEl>
                                        <p:attrNameLst>
                                          <p:attrName>style.visibility</p:attrName>
                                        </p:attrNameLst>
                                      </p:cBhvr>
                                      <p:to>
                                        <p:strVal val="visible"/>
                                      </p:to>
                                    </p:set>
                                    <p:animEffect transition="in" filter="fade">
                                      <p:cBhvr>
                                        <p:cTn id="72" dur="400"/>
                                        <p:tgtEl>
                                          <p:spTgt spid="5"/>
                                        </p:tgtEl>
                                      </p:cBhvr>
                                    </p:animEffect>
                                  </p:childTnLst>
                                </p:cTn>
                              </p:par>
                              <p:par>
                                <p:cTn id="73" presetID="6" presetClass="emph" presetSubtype="0" accel="100000" autoRev="1" fill="hold" grpId="1" nodeType="withEffect">
                                  <p:stCondLst>
                                    <p:cond delay="0"/>
                                  </p:stCondLst>
                                  <p:childTnLst>
                                    <p:animScale>
                                      <p:cBhvr>
                                        <p:cTn id="74" dur="400" fill="hold"/>
                                        <p:tgtEl>
                                          <p:spTgt spid="5"/>
                                        </p:tgtEl>
                                      </p:cBhvr>
                                      <p:by x="90000" y="9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1" grpId="1" animBg="1"/>
      <p:bldP spid="3" grpId="0" animBg="1"/>
      <p:bldP spid="3" grpId="1" animBg="1"/>
      <p:bldP spid="4" grpId="0" animBg="1"/>
      <p:bldP spid="4" grpId="1" animBg="1"/>
      <p:bldP spid="6" grpId="0" animBg="1"/>
      <p:bldP spid="6" grpId="1" animBg="1"/>
      <p:bldP spid="8" grpId="0" animBg="1"/>
      <p:bldP spid="8" grpId="1" animBg="1"/>
      <p:bldP spid="9" grpId="0" animBg="1"/>
      <p:bldP spid="9" grpId="1" animBg="1"/>
      <p:bldP spid="19" grpId="0" animBg="1"/>
      <p:bldP spid="19" grpId="1" animBg="1"/>
      <p:bldP spid="24" grpId="0" animBg="1"/>
      <p:bldP spid="24" grpId="1" animBg="1"/>
      <p:bldP spid="26" grpId="0" animBg="1"/>
      <p:bldP spid="26" grpId="1" animBg="1"/>
      <p:bldP spid="32" grpId="0" animBg="1"/>
      <p:bldP spid="32" grpId="1" animBg="1"/>
      <p:bldP spid="33" grpId="0" animBg="1"/>
      <p:bldP spid="33" grpId="1" animBg="1"/>
      <p:bldP spid="34" grpId="0" animBg="1"/>
      <p:bldP spid="34" grpId="1" animBg="1"/>
      <p:bldP spid="35" grpId="0" animBg="1"/>
      <p:bldP spid="35" grpId="1" animBg="1"/>
      <p:bldP spid="5" grpId="0" animBg="1"/>
      <p:bldP spid="5"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ACC7A42-6993-8BE0-440A-8D9F64F9A85F}"/>
              </a:ext>
              <a:ext uri="{C183D7F6-B498-43B3-948B-1728B52AA6E4}">
                <adec:decorative xmlns:adec="http://schemas.microsoft.com/office/drawing/2017/decorative" val="1"/>
              </a:ext>
            </a:extLst>
          </p:cNvPr>
          <p:cNvGrpSpPr>
            <a:grpSpLocks noGrp="1" noUngrp="1" noRot="1" noMove="1" noResize="1"/>
          </p:cNvGrpSpPr>
          <p:nvPr/>
        </p:nvGrpSpPr>
        <p:grpSpPr>
          <a:xfrm>
            <a:off x="0" y="59417"/>
            <a:ext cx="12296446" cy="6858000"/>
            <a:chOff x="0" y="0"/>
            <a:chExt cx="12296446" cy="6858000"/>
          </a:xfrm>
        </p:grpSpPr>
        <p:grpSp>
          <p:nvGrpSpPr>
            <p:cNvPr id="12" name="Group 11">
              <a:extLst>
                <a:ext uri="{FF2B5EF4-FFF2-40B4-BE49-F238E27FC236}">
                  <a16:creationId xmlns:a16="http://schemas.microsoft.com/office/drawing/2014/main" id="{F6C239EF-9210-1ED8-5168-B1679D3B6835}"/>
                </a:ext>
              </a:extLst>
            </p:cNvPr>
            <p:cNvGrpSpPr>
              <a:grpSpLocks noGrp="1" noUngrp="1" noRot="1" noMove="1" noResize="1"/>
            </p:cNvGrpSpPr>
            <p:nvPr userDrawn="1"/>
          </p:nvGrpSpPr>
          <p:grpSpPr>
            <a:xfrm>
              <a:off x="0" y="0"/>
              <a:ext cx="12192000" cy="6858000"/>
              <a:chOff x="0" y="0"/>
              <a:chExt cx="12192000" cy="6858000"/>
            </a:xfrm>
          </p:grpSpPr>
          <p:grpSp>
            <p:nvGrpSpPr>
              <p:cNvPr id="25" name="Group 24">
                <a:extLst>
                  <a:ext uri="{FF2B5EF4-FFF2-40B4-BE49-F238E27FC236}">
                    <a16:creationId xmlns:a16="http://schemas.microsoft.com/office/drawing/2014/main" id="{B3E912F7-492C-857D-FF94-7A4C8F5DB342}"/>
                  </a:ext>
                </a:extLst>
              </p:cNvPr>
              <p:cNvGrpSpPr>
                <a:grpSpLocks noGrp="1" noUngrp="1" noRot="1" noMove="1" noResize="1"/>
              </p:cNvGrpSpPr>
              <p:nvPr userDrawn="1"/>
            </p:nvGrpSpPr>
            <p:grpSpPr>
              <a:xfrm>
                <a:off x="3689874" y="0"/>
                <a:ext cx="8502126" cy="6858000"/>
                <a:chOff x="6892376" y="0"/>
                <a:chExt cx="5299623" cy="6858000"/>
              </a:xfrm>
            </p:grpSpPr>
            <p:pic>
              <p:nvPicPr>
                <p:cNvPr id="27" name="Picture 26">
                  <a:extLst>
                    <a:ext uri="{FF2B5EF4-FFF2-40B4-BE49-F238E27FC236}">
                      <a16:creationId xmlns:a16="http://schemas.microsoft.com/office/drawing/2014/main" id="{10748909-F2D0-93F0-50F2-263536A503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rotWithShape="1">
                <a:blip r:embed="rId3" cstate="email">
                  <a:extLst>
                    <a:ext uri="{BEBA8EAE-BF5A-486C-A8C5-ECC9F3942E4B}">
                      <a14:imgProps xmlns:a14="http://schemas.microsoft.com/office/drawing/2010/main">
                        <a14:imgLayer r:embed="rId4">
                          <a14:imgEffect>
                            <a14:sharpenSoften amount="-100000"/>
                          </a14:imgEffect>
                        </a14:imgLayer>
                      </a14:imgProps>
                    </a:ext>
                    <a:ext uri="{28A0092B-C50C-407E-A947-70E740481C1C}">
                      <a14:useLocalDpi xmlns:a14="http://schemas.microsoft.com/office/drawing/2010/main"/>
                    </a:ext>
                  </a:extLst>
                </a:blip>
                <a:srcRect l="16919" t="4793" r="55136" b="5416"/>
                <a:stretch/>
              </p:blipFill>
              <p:spPr>
                <a:xfrm>
                  <a:off x="7347856" y="0"/>
                  <a:ext cx="4844143" cy="6858000"/>
                </a:xfrm>
                <a:prstGeom prst="rect">
                  <a:avLst/>
                </a:prstGeom>
              </p:spPr>
            </p:pic>
            <p:sp>
              <p:nvSpPr>
                <p:cNvPr id="28" name="Rectangle 27">
                  <a:extLst>
                    <a:ext uri="{FF2B5EF4-FFF2-40B4-BE49-F238E27FC236}">
                      <a16:creationId xmlns:a16="http://schemas.microsoft.com/office/drawing/2014/main" id="{0B1EF512-8C6B-D6A5-E929-150121CA248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auto">
                <a:xfrm>
                  <a:off x="6892376" y="0"/>
                  <a:ext cx="3173184" cy="6858000"/>
                </a:xfrm>
                <a:prstGeom prst="rect">
                  <a:avLst/>
                </a:prstGeom>
                <a:gradFill flip="none" rotWithShape="1">
                  <a:gsLst>
                    <a:gs pos="19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26" name="Rectangle 25">
                <a:extLst>
                  <a:ext uri="{FF2B5EF4-FFF2-40B4-BE49-F238E27FC236}">
                    <a16:creationId xmlns:a16="http://schemas.microsoft.com/office/drawing/2014/main" id="{555C2DED-CCD0-1294-2D04-3EDE019CDFD4}"/>
                  </a:ext>
                </a:extLst>
              </p:cNvPr>
              <p:cNvSpPr>
                <a:spLocks noGrp="1" noRot="1" noMove="1" noResize="1" noEditPoints="1" noAdjustHandles="1" noChangeArrowheads="1" noChangeShapeType="1"/>
              </p:cNvSpPr>
              <p:nvPr userDrawn="1"/>
            </p:nvSpPr>
            <p:spPr bwMode="auto">
              <a:xfrm>
                <a:off x="0" y="0"/>
                <a:ext cx="6508376" cy="6858000"/>
              </a:xfrm>
              <a:prstGeom prst="rect">
                <a:avLst/>
              </a:prstGeom>
              <a:gradFill flip="none" rotWithShape="1">
                <a:gsLst>
                  <a:gs pos="66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pic>
          <p:nvPicPr>
            <p:cNvPr id="16" name="Picture 15" descr="Background pattern&#10;&#10;Description automatically generated">
              <a:extLst>
                <a:ext uri="{FF2B5EF4-FFF2-40B4-BE49-F238E27FC236}">
                  <a16:creationId xmlns:a16="http://schemas.microsoft.com/office/drawing/2014/main" id="{98A46413-753B-4E07-A7DE-E0535D04C8CC}"/>
                </a:ext>
              </a:extLst>
            </p:cNvPr>
            <p:cNvPicPr>
              <a:picLocks noGrp="1" noRot="1" noChangeAspect="1" noMove="1" noResize="1" noEditPoints="1" noAdjustHandles="1" noChangeArrowheads="1" noChangeShapeType="1" noCrop="1"/>
            </p:cNvPicPr>
            <p:nvPr userDrawn="1"/>
          </p:nvPicPr>
          <p:blipFill>
            <a:blip r:embed="rId5" cstate="email">
              <a:alphaModFix amt="50000"/>
              <a:extLst>
                <a:ext uri="{BEBA8EAE-BF5A-486C-A8C5-ECC9F3942E4B}">
                  <a14:imgProps xmlns:a14="http://schemas.microsoft.com/office/drawing/2010/main">
                    <a14:imgLayer r:embed="rId6">
                      <a14:imgEffect>
                        <a14:brightnessContrast bright="-5000"/>
                      </a14:imgEffect>
                    </a14:imgLayer>
                  </a14:imgProps>
                </a:ex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3" name="Rectangle 22">
              <a:extLst>
                <a:ext uri="{FF2B5EF4-FFF2-40B4-BE49-F238E27FC236}">
                  <a16:creationId xmlns:a16="http://schemas.microsoft.com/office/drawing/2014/main" id="{5FB5CD07-23A7-5B60-181B-E6285E8DF5D1}"/>
                </a:ext>
              </a:extLst>
            </p:cNvPr>
            <p:cNvSpPr>
              <a:spLocks noGrp="1" noRot="1" noMove="1" noResize="1" noEditPoints="1" noAdjustHandles="1" noChangeArrowheads="1" noChangeShapeType="1"/>
            </p:cNvSpPr>
            <p:nvPr userDrawn="1"/>
          </p:nvSpPr>
          <p:spPr bwMode="auto">
            <a:xfrm>
              <a:off x="0" y="0"/>
              <a:ext cx="12296446" cy="6858000"/>
            </a:xfrm>
            <a:prstGeom prst="rect">
              <a:avLst/>
            </a:prstGeom>
            <a:gradFill>
              <a:gsLst>
                <a:gs pos="0">
                  <a:schemeClr val="bg1"/>
                </a:gs>
                <a:gs pos="38000">
                  <a:schemeClr val="bg1">
                    <a:alpha val="0"/>
                  </a:schemeClr>
                </a:gs>
              </a:gsLst>
              <a:lin ang="2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15" name="Title 2">
            <a:extLst>
              <a:ext uri="{FF2B5EF4-FFF2-40B4-BE49-F238E27FC236}">
                <a16:creationId xmlns:a16="http://schemas.microsoft.com/office/drawing/2014/main" id="{BAAE2A05-E2AC-2FE8-E84D-C236462ECFE8}"/>
              </a:ext>
            </a:extLst>
          </p:cNvPr>
          <p:cNvSpPr>
            <a:spLocks noGrp="1"/>
          </p:cNvSpPr>
          <p:nvPr>
            <p:ph type="title"/>
          </p:nvPr>
        </p:nvSpPr>
        <p:spPr>
          <a:xfrm>
            <a:off x="485850" y="346226"/>
            <a:ext cx="11018520" cy="430887"/>
          </a:xfrm>
        </p:spPr>
        <p:txBody>
          <a:bodyPr>
            <a:noAutofit/>
          </a:bodyPr>
          <a:lstStyle/>
          <a:p>
            <a:r>
              <a:rPr lang="en-US" sz="3200" dirty="0">
                <a:gradFill flip="none" rotWithShape="1">
                  <a:gsLst>
                    <a:gs pos="50000">
                      <a:srgbClr val="8661C5"/>
                    </a:gs>
                    <a:gs pos="0">
                      <a:srgbClr val="3E76D4"/>
                    </a:gs>
                    <a:gs pos="100000">
                      <a:srgbClr val="C73ECC"/>
                    </a:gs>
                  </a:gsLst>
                  <a:lin ang="2700000" scaled="1"/>
                  <a:tileRect/>
                </a:gradFill>
                <a:cs typeface="+mn-cs"/>
              </a:rPr>
              <a:t>Template</a:t>
            </a:r>
            <a:endParaRPr lang="en-US" sz="3200" dirty="0"/>
          </a:p>
        </p:txBody>
      </p:sp>
      <p:sp>
        <p:nvSpPr>
          <p:cNvPr id="9" name="Rectangle: Rounded Corners 8">
            <a:extLst>
              <a:ext uri="{FF2B5EF4-FFF2-40B4-BE49-F238E27FC236}">
                <a16:creationId xmlns:a16="http://schemas.microsoft.com/office/drawing/2014/main" id="{D8F142C0-EF6C-AA5B-9CC8-633DDC7A8B86}"/>
              </a:ext>
              <a:ext uri="{C183D7F6-B498-43B3-948B-1728B52AA6E4}">
                <adec:decorative xmlns:adec="http://schemas.microsoft.com/office/drawing/2017/decorative" val="1"/>
              </a:ext>
            </a:extLst>
          </p:cNvPr>
          <p:cNvSpPr/>
          <p:nvPr/>
        </p:nvSpPr>
        <p:spPr bwMode="auto">
          <a:xfrm>
            <a:off x="8025586" y="1044519"/>
            <a:ext cx="3771901" cy="4539266"/>
          </a:xfrm>
          <a:prstGeom prst="roundRect">
            <a:avLst>
              <a:gd name="adj" fmla="val 3648"/>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1280160" rtl="0" eaLnBrk="1" fontAlgn="auto" latinLnBrk="0" hangingPunct="1">
              <a:lnSpc>
                <a:spcPct val="90000"/>
              </a:lnSpc>
              <a:spcBef>
                <a:spcPts val="600"/>
              </a:spcBef>
              <a:spcAft>
                <a:spcPts val="600"/>
              </a:spcAft>
              <a:buClrTx/>
              <a:buSzTx/>
              <a:buFontTx/>
              <a:buNone/>
              <a:tabLst/>
              <a:defRPr/>
            </a:pPr>
            <a:endParaRPr kumimoji="0" lang="en-US" sz="1000" b="0" i="0" u="none" strike="noStrike" kern="1200" cap="none" spc="0" normalizeH="0" baseline="0" noProof="0">
              <a:ln>
                <a:noFill/>
              </a:ln>
              <a:solidFill>
                <a:srgbClr val="080808"/>
              </a:solidFill>
              <a:effectLst/>
              <a:uLnTx/>
              <a:uFillTx/>
              <a:latin typeface="Segoe UI"/>
              <a:ea typeface="+mn-ea"/>
              <a:cs typeface="Segoe UI" pitchFamily="34" charset="0"/>
            </a:endParaRPr>
          </a:p>
        </p:txBody>
      </p:sp>
      <p:sp>
        <p:nvSpPr>
          <p:cNvPr id="3" name="Rectangle: Rounded Corners 2">
            <a:extLst>
              <a:ext uri="{FF2B5EF4-FFF2-40B4-BE49-F238E27FC236}">
                <a16:creationId xmlns:a16="http://schemas.microsoft.com/office/drawing/2014/main" id="{36602693-0016-829C-C6D4-FCFCCECA9862}"/>
              </a:ext>
              <a:ext uri="{C183D7F6-B498-43B3-948B-1728B52AA6E4}">
                <adec:decorative xmlns:adec="http://schemas.microsoft.com/office/drawing/2017/decorative" val="1"/>
              </a:ext>
            </a:extLst>
          </p:cNvPr>
          <p:cNvSpPr/>
          <p:nvPr/>
        </p:nvSpPr>
        <p:spPr bwMode="auto">
          <a:xfrm>
            <a:off x="490248" y="1042583"/>
            <a:ext cx="7244826" cy="1306136"/>
          </a:xfrm>
          <a:prstGeom prst="roundRect">
            <a:avLst>
              <a:gd name="adj" fmla="val 9723"/>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10" name="Rectangle: Rounded Corners 9">
            <a:extLst>
              <a:ext uri="{FF2B5EF4-FFF2-40B4-BE49-F238E27FC236}">
                <a16:creationId xmlns:a16="http://schemas.microsoft.com/office/drawing/2014/main" id="{38C2961F-5610-2A3E-A196-740DFA616316}"/>
              </a:ext>
              <a:ext uri="{C183D7F6-B498-43B3-948B-1728B52AA6E4}">
                <adec:decorative xmlns:adec="http://schemas.microsoft.com/office/drawing/2017/decorative" val="1"/>
              </a:ext>
            </a:extLst>
          </p:cNvPr>
          <p:cNvSpPr/>
          <p:nvPr/>
        </p:nvSpPr>
        <p:spPr bwMode="auto">
          <a:xfrm>
            <a:off x="480708" y="2503310"/>
            <a:ext cx="7244825" cy="1514338"/>
          </a:xfrm>
          <a:prstGeom prst="roundRect">
            <a:avLst>
              <a:gd name="adj" fmla="val 9723"/>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11" name="Rectangle: Rounded Corners 10">
            <a:extLst>
              <a:ext uri="{FF2B5EF4-FFF2-40B4-BE49-F238E27FC236}">
                <a16:creationId xmlns:a16="http://schemas.microsoft.com/office/drawing/2014/main" id="{9A339A2F-74C9-ABDD-8614-4F24EA868DA8}"/>
              </a:ext>
              <a:ext uri="{C183D7F6-B498-43B3-948B-1728B52AA6E4}">
                <adec:decorative xmlns:adec="http://schemas.microsoft.com/office/drawing/2017/decorative" val="1"/>
              </a:ext>
            </a:extLst>
          </p:cNvPr>
          <p:cNvSpPr/>
          <p:nvPr/>
        </p:nvSpPr>
        <p:spPr bwMode="auto">
          <a:xfrm>
            <a:off x="490248" y="4190101"/>
            <a:ext cx="7244826" cy="1426858"/>
          </a:xfrm>
          <a:prstGeom prst="roundRect">
            <a:avLst>
              <a:gd name="adj" fmla="val 9723"/>
            </a:avLst>
          </a:prstGeom>
          <a:solidFill>
            <a:schemeClr val="bg1">
              <a:alpha val="50000"/>
            </a:schemeClr>
          </a:solidFill>
          <a:ln w="9525">
            <a:solidFill>
              <a:schemeClr val="bg1">
                <a:alpha val="46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13716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3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grpSp>
        <p:nvGrpSpPr>
          <p:cNvPr id="21" name="Group 20">
            <a:extLst>
              <a:ext uri="{FF2B5EF4-FFF2-40B4-BE49-F238E27FC236}">
                <a16:creationId xmlns:a16="http://schemas.microsoft.com/office/drawing/2014/main" id="{D91C9849-71D6-4E47-ABDC-9461C158E039}"/>
              </a:ext>
              <a:ext uri="{C183D7F6-B498-43B3-948B-1728B52AA6E4}">
                <adec:decorative xmlns:adec="http://schemas.microsoft.com/office/drawing/2017/decorative" val="1"/>
              </a:ext>
            </a:extLst>
          </p:cNvPr>
          <p:cNvGrpSpPr/>
          <p:nvPr/>
        </p:nvGrpSpPr>
        <p:grpSpPr>
          <a:xfrm>
            <a:off x="668759" y="1213858"/>
            <a:ext cx="380391" cy="378950"/>
            <a:chOff x="722532" y="2065617"/>
            <a:chExt cx="419101" cy="417513"/>
          </a:xfrm>
        </p:grpSpPr>
        <p:sp>
          <p:nvSpPr>
            <p:cNvPr id="13" name="Freeform 18">
              <a:extLst>
                <a:ext uri="{FF2B5EF4-FFF2-40B4-BE49-F238E27FC236}">
                  <a16:creationId xmlns:a16="http://schemas.microsoft.com/office/drawing/2014/main" id="{80533F9D-E859-C53B-4D8F-EC6C56FF6D82}"/>
                </a:ext>
              </a:extLst>
            </p:cNvPr>
            <p:cNvSpPr>
              <a:spLocks/>
            </p:cNvSpPr>
            <p:nvPr/>
          </p:nvSpPr>
          <p:spPr bwMode="auto">
            <a:xfrm>
              <a:off x="722532" y="2065617"/>
              <a:ext cx="104775" cy="103188"/>
            </a:xfrm>
            <a:custGeom>
              <a:avLst/>
              <a:gdLst>
                <a:gd name="T0" fmla="*/ 0 w 106"/>
                <a:gd name="T1" fmla="*/ 0 h 105"/>
                <a:gd name="T2" fmla="*/ 0 w 106"/>
                <a:gd name="T3" fmla="*/ 0 h 105"/>
                <a:gd name="T4" fmla="*/ 0 w 106"/>
                <a:gd name="T5" fmla="*/ 105 h 105"/>
                <a:gd name="T6" fmla="*/ 26 w 106"/>
                <a:gd name="T7" fmla="*/ 105 h 105"/>
                <a:gd name="T8" fmla="*/ 26 w 106"/>
                <a:gd name="T9" fmla="*/ 26 h 105"/>
                <a:gd name="T10" fmla="*/ 106 w 106"/>
                <a:gd name="T11" fmla="*/ 26 h 105"/>
                <a:gd name="T12" fmla="*/ 106 w 106"/>
                <a:gd name="T13" fmla="*/ 0 h 105"/>
                <a:gd name="T14" fmla="*/ 0 w 106"/>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5">
                  <a:moveTo>
                    <a:pt x="0" y="0"/>
                  </a:moveTo>
                  <a:lnTo>
                    <a:pt x="0" y="0"/>
                  </a:lnTo>
                  <a:lnTo>
                    <a:pt x="0" y="105"/>
                  </a:lnTo>
                  <a:lnTo>
                    <a:pt x="26" y="105"/>
                  </a:lnTo>
                  <a:lnTo>
                    <a:pt x="26" y="26"/>
                  </a:lnTo>
                  <a:lnTo>
                    <a:pt x="106" y="26"/>
                  </a:lnTo>
                  <a:lnTo>
                    <a:pt x="106"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4" name="Freeform 19">
              <a:extLst>
                <a:ext uri="{FF2B5EF4-FFF2-40B4-BE49-F238E27FC236}">
                  <a16:creationId xmlns:a16="http://schemas.microsoft.com/office/drawing/2014/main" id="{BB0BFFAE-711E-BF04-F28D-B21A5C845110}"/>
                </a:ext>
              </a:extLst>
            </p:cNvPr>
            <p:cNvSpPr>
              <a:spLocks/>
            </p:cNvSpPr>
            <p:nvPr/>
          </p:nvSpPr>
          <p:spPr bwMode="auto">
            <a:xfrm>
              <a:off x="722532" y="2379942"/>
              <a:ext cx="104775" cy="103188"/>
            </a:xfrm>
            <a:custGeom>
              <a:avLst/>
              <a:gdLst>
                <a:gd name="T0" fmla="*/ 0 w 106"/>
                <a:gd name="T1" fmla="*/ 0 h 106"/>
                <a:gd name="T2" fmla="*/ 0 w 106"/>
                <a:gd name="T3" fmla="*/ 0 h 106"/>
                <a:gd name="T4" fmla="*/ 0 w 106"/>
                <a:gd name="T5" fmla="*/ 106 h 106"/>
                <a:gd name="T6" fmla="*/ 106 w 106"/>
                <a:gd name="T7" fmla="*/ 106 h 106"/>
                <a:gd name="T8" fmla="*/ 106 w 106"/>
                <a:gd name="T9" fmla="*/ 80 h 106"/>
                <a:gd name="T10" fmla="*/ 26 w 106"/>
                <a:gd name="T11" fmla="*/ 80 h 106"/>
                <a:gd name="T12" fmla="*/ 26 w 106"/>
                <a:gd name="T13" fmla="*/ 0 h 106"/>
                <a:gd name="T14" fmla="*/ 0 w 106"/>
                <a:gd name="T15" fmla="*/ 0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6">
                  <a:moveTo>
                    <a:pt x="0" y="0"/>
                  </a:moveTo>
                  <a:lnTo>
                    <a:pt x="0" y="0"/>
                  </a:lnTo>
                  <a:lnTo>
                    <a:pt x="0" y="106"/>
                  </a:lnTo>
                  <a:lnTo>
                    <a:pt x="106" y="106"/>
                  </a:lnTo>
                  <a:lnTo>
                    <a:pt x="106" y="80"/>
                  </a:lnTo>
                  <a:lnTo>
                    <a:pt x="26" y="80"/>
                  </a:lnTo>
                  <a:lnTo>
                    <a:pt x="26"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7" name="Freeform 20">
              <a:extLst>
                <a:ext uri="{FF2B5EF4-FFF2-40B4-BE49-F238E27FC236}">
                  <a16:creationId xmlns:a16="http://schemas.microsoft.com/office/drawing/2014/main" id="{3501309B-8A26-58E0-57A8-96321CEF685F}"/>
                </a:ext>
              </a:extLst>
            </p:cNvPr>
            <p:cNvSpPr>
              <a:spLocks/>
            </p:cNvSpPr>
            <p:nvPr/>
          </p:nvSpPr>
          <p:spPr bwMode="auto">
            <a:xfrm>
              <a:off x="1038445" y="2065617"/>
              <a:ext cx="103188" cy="103188"/>
            </a:xfrm>
            <a:custGeom>
              <a:avLst/>
              <a:gdLst>
                <a:gd name="T0" fmla="*/ 0 w 106"/>
                <a:gd name="T1" fmla="*/ 0 h 105"/>
                <a:gd name="T2" fmla="*/ 0 w 106"/>
                <a:gd name="T3" fmla="*/ 0 h 105"/>
                <a:gd name="T4" fmla="*/ 0 w 106"/>
                <a:gd name="T5" fmla="*/ 26 h 105"/>
                <a:gd name="T6" fmla="*/ 79 w 106"/>
                <a:gd name="T7" fmla="*/ 26 h 105"/>
                <a:gd name="T8" fmla="*/ 79 w 106"/>
                <a:gd name="T9" fmla="*/ 105 h 105"/>
                <a:gd name="T10" fmla="*/ 106 w 106"/>
                <a:gd name="T11" fmla="*/ 105 h 105"/>
                <a:gd name="T12" fmla="*/ 106 w 106"/>
                <a:gd name="T13" fmla="*/ 0 h 105"/>
                <a:gd name="T14" fmla="*/ 0 w 106"/>
                <a:gd name="T15" fmla="*/ 0 h 1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5">
                  <a:moveTo>
                    <a:pt x="0" y="0"/>
                  </a:moveTo>
                  <a:lnTo>
                    <a:pt x="0" y="0"/>
                  </a:lnTo>
                  <a:lnTo>
                    <a:pt x="0" y="26"/>
                  </a:lnTo>
                  <a:lnTo>
                    <a:pt x="79" y="26"/>
                  </a:lnTo>
                  <a:lnTo>
                    <a:pt x="79" y="105"/>
                  </a:lnTo>
                  <a:lnTo>
                    <a:pt x="106" y="105"/>
                  </a:lnTo>
                  <a:lnTo>
                    <a:pt x="106"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8" name="Freeform 21">
              <a:extLst>
                <a:ext uri="{FF2B5EF4-FFF2-40B4-BE49-F238E27FC236}">
                  <a16:creationId xmlns:a16="http://schemas.microsoft.com/office/drawing/2014/main" id="{8B8CC6A8-C205-AA4C-03D9-5C6C48D537EC}"/>
                </a:ext>
              </a:extLst>
            </p:cNvPr>
            <p:cNvSpPr>
              <a:spLocks/>
            </p:cNvSpPr>
            <p:nvPr/>
          </p:nvSpPr>
          <p:spPr bwMode="auto">
            <a:xfrm>
              <a:off x="1038445" y="2379942"/>
              <a:ext cx="103188" cy="103188"/>
            </a:xfrm>
            <a:custGeom>
              <a:avLst/>
              <a:gdLst>
                <a:gd name="T0" fmla="*/ 79 w 106"/>
                <a:gd name="T1" fmla="*/ 0 h 106"/>
                <a:gd name="T2" fmla="*/ 79 w 106"/>
                <a:gd name="T3" fmla="*/ 0 h 106"/>
                <a:gd name="T4" fmla="*/ 79 w 106"/>
                <a:gd name="T5" fmla="*/ 80 h 106"/>
                <a:gd name="T6" fmla="*/ 0 w 106"/>
                <a:gd name="T7" fmla="*/ 80 h 106"/>
                <a:gd name="T8" fmla="*/ 0 w 106"/>
                <a:gd name="T9" fmla="*/ 106 h 106"/>
                <a:gd name="T10" fmla="*/ 106 w 106"/>
                <a:gd name="T11" fmla="*/ 106 h 106"/>
                <a:gd name="T12" fmla="*/ 106 w 106"/>
                <a:gd name="T13" fmla="*/ 0 h 106"/>
                <a:gd name="T14" fmla="*/ 79 w 106"/>
                <a:gd name="T15" fmla="*/ 0 h 10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6" h="106">
                  <a:moveTo>
                    <a:pt x="79" y="0"/>
                  </a:moveTo>
                  <a:lnTo>
                    <a:pt x="79" y="0"/>
                  </a:lnTo>
                  <a:lnTo>
                    <a:pt x="79" y="80"/>
                  </a:lnTo>
                  <a:lnTo>
                    <a:pt x="0" y="80"/>
                  </a:lnTo>
                  <a:lnTo>
                    <a:pt x="0" y="106"/>
                  </a:lnTo>
                  <a:lnTo>
                    <a:pt x="106" y="106"/>
                  </a:lnTo>
                  <a:lnTo>
                    <a:pt x="106" y="0"/>
                  </a:lnTo>
                  <a:lnTo>
                    <a:pt x="79"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330"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1A1A1A"/>
                </a:solidFill>
                <a:effectLst/>
                <a:uLnTx/>
                <a:uFillTx/>
                <a:latin typeface="Segoe UI"/>
                <a:ea typeface="+mn-ea"/>
                <a:cs typeface="+mn-cs"/>
              </a:endParaRPr>
            </a:p>
          </p:txBody>
        </p:sp>
        <p:sp>
          <p:nvSpPr>
            <p:cNvPr id="19" name="Freeform 22">
              <a:extLst>
                <a:ext uri="{FF2B5EF4-FFF2-40B4-BE49-F238E27FC236}">
                  <a16:creationId xmlns:a16="http://schemas.microsoft.com/office/drawing/2014/main" id="{09AB6609-8351-6475-61DE-5207B1A0FF8A}"/>
                </a:ext>
              </a:extLst>
            </p:cNvPr>
            <p:cNvSpPr>
              <a:spLocks/>
            </p:cNvSpPr>
            <p:nvPr/>
          </p:nvSpPr>
          <p:spPr bwMode="auto">
            <a:xfrm>
              <a:off x="878107" y="2168805"/>
              <a:ext cx="106363" cy="106363"/>
            </a:xfrm>
            <a:custGeom>
              <a:avLst/>
              <a:gdLst>
                <a:gd name="T0" fmla="*/ 4 w 108"/>
                <a:gd name="T1" fmla="*/ 75 h 108"/>
                <a:gd name="T2" fmla="*/ 4 w 108"/>
                <a:gd name="T3" fmla="*/ 75 h 108"/>
                <a:gd name="T4" fmla="*/ 0 w 108"/>
                <a:gd name="T5" fmla="*/ 54 h 108"/>
                <a:gd name="T6" fmla="*/ 4 w 108"/>
                <a:gd name="T7" fmla="*/ 33 h 108"/>
                <a:gd name="T8" fmla="*/ 16 w 108"/>
                <a:gd name="T9" fmla="*/ 16 h 108"/>
                <a:gd name="T10" fmla="*/ 33 w 108"/>
                <a:gd name="T11" fmla="*/ 4 h 108"/>
                <a:gd name="T12" fmla="*/ 54 w 108"/>
                <a:gd name="T13" fmla="*/ 0 h 108"/>
                <a:gd name="T14" fmla="*/ 75 w 108"/>
                <a:gd name="T15" fmla="*/ 4 h 108"/>
                <a:gd name="T16" fmla="*/ 92 w 108"/>
                <a:gd name="T17" fmla="*/ 16 h 108"/>
                <a:gd name="T18" fmla="*/ 104 w 108"/>
                <a:gd name="T19" fmla="*/ 33 h 108"/>
                <a:gd name="T20" fmla="*/ 108 w 108"/>
                <a:gd name="T21" fmla="*/ 54 h 108"/>
                <a:gd name="T22" fmla="*/ 104 w 108"/>
                <a:gd name="T23" fmla="*/ 75 h 108"/>
                <a:gd name="T24" fmla="*/ 92 w 108"/>
                <a:gd name="T25" fmla="*/ 92 h 108"/>
                <a:gd name="T26" fmla="*/ 75 w 108"/>
                <a:gd name="T27" fmla="*/ 104 h 108"/>
                <a:gd name="T28" fmla="*/ 54 w 108"/>
                <a:gd name="T29" fmla="*/ 108 h 108"/>
                <a:gd name="T30" fmla="*/ 33 w 108"/>
                <a:gd name="T31" fmla="*/ 104 h 108"/>
                <a:gd name="T32" fmla="*/ 16 w 108"/>
                <a:gd name="T33" fmla="*/ 92 h 108"/>
                <a:gd name="T34" fmla="*/ 4 w 108"/>
                <a:gd name="T35" fmla="*/ 7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8" h="108">
                  <a:moveTo>
                    <a:pt x="4" y="75"/>
                  </a:moveTo>
                  <a:lnTo>
                    <a:pt x="4" y="75"/>
                  </a:lnTo>
                  <a:cubicBezTo>
                    <a:pt x="1" y="68"/>
                    <a:pt x="0" y="61"/>
                    <a:pt x="0" y="54"/>
                  </a:cubicBezTo>
                  <a:cubicBezTo>
                    <a:pt x="0" y="46"/>
                    <a:pt x="1" y="39"/>
                    <a:pt x="4" y="33"/>
                  </a:cubicBezTo>
                  <a:cubicBezTo>
                    <a:pt x="7" y="26"/>
                    <a:pt x="11" y="20"/>
                    <a:pt x="16" y="16"/>
                  </a:cubicBezTo>
                  <a:cubicBezTo>
                    <a:pt x="20" y="11"/>
                    <a:pt x="26" y="7"/>
                    <a:pt x="33" y="4"/>
                  </a:cubicBezTo>
                  <a:cubicBezTo>
                    <a:pt x="39" y="1"/>
                    <a:pt x="46" y="0"/>
                    <a:pt x="54" y="0"/>
                  </a:cubicBezTo>
                  <a:cubicBezTo>
                    <a:pt x="61" y="0"/>
                    <a:pt x="68" y="1"/>
                    <a:pt x="75" y="4"/>
                  </a:cubicBezTo>
                  <a:cubicBezTo>
                    <a:pt x="81" y="7"/>
                    <a:pt x="87" y="11"/>
                    <a:pt x="92" y="16"/>
                  </a:cubicBezTo>
                  <a:cubicBezTo>
                    <a:pt x="97" y="20"/>
                    <a:pt x="101" y="26"/>
                    <a:pt x="104" y="33"/>
                  </a:cubicBezTo>
                  <a:cubicBezTo>
                    <a:pt x="106" y="39"/>
                    <a:pt x="108" y="46"/>
                    <a:pt x="108" y="54"/>
                  </a:cubicBezTo>
                  <a:cubicBezTo>
                    <a:pt x="108" y="61"/>
                    <a:pt x="106" y="68"/>
                    <a:pt x="104" y="75"/>
                  </a:cubicBezTo>
                  <a:cubicBezTo>
                    <a:pt x="101" y="81"/>
                    <a:pt x="97" y="87"/>
                    <a:pt x="92" y="92"/>
                  </a:cubicBezTo>
                  <a:cubicBezTo>
                    <a:pt x="87" y="97"/>
                    <a:pt x="81" y="101"/>
                    <a:pt x="75" y="104"/>
                  </a:cubicBezTo>
                  <a:cubicBezTo>
                    <a:pt x="68" y="106"/>
                    <a:pt x="61" y="108"/>
                    <a:pt x="54" y="108"/>
                  </a:cubicBezTo>
                  <a:cubicBezTo>
                    <a:pt x="46" y="108"/>
                    <a:pt x="39" y="106"/>
                    <a:pt x="33" y="104"/>
                  </a:cubicBezTo>
                  <a:cubicBezTo>
                    <a:pt x="26" y="101"/>
                    <a:pt x="20" y="97"/>
                    <a:pt x="16" y="92"/>
                  </a:cubicBezTo>
                  <a:cubicBezTo>
                    <a:pt x="11" y="87"/>
                    <a:pt x="7" y="81"/>
                    <a:pt x="4" y="75"/>
                  </a:cubicBezTo>
                  <a:close/>
                </a:path>
              </a:pathLst>
            </a:custGeom>
            <a:noFill/>
            <a:ln w="25400" cap="rnd">
              <a:gradFill flip="none" rotWithShape="1">
                <a:gsLst>
                  <a:gs pos="0">
                    <a:schemeClr val="accent1"/>
                  </a:gs>
                  <a:gs pos="100000">
                    <a:schemeClr val="accent3"/>
                  </a:gs>
                </a:gsLst>
                <a:lin ang="16200000" scaled="1"/>
                <a:tileRect/>
              </a:gradFill>
              <a:prstDash val="solid"/>
              <a:round/>
            </a:ln>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20" name="Freeform 23">
              <a:extLst>
                <a:ext uri="{FF2B5EF4-FFF2-40B4-BE49-F238E27FC236}">
                  <a16:creationId xmlns:a16="http://schemas.microsoft.com/office/drawing/2014/main" id="{F5BB3342-23EB-2B94-BEE9-31585C53220B}"/>
                </a:ext>
              </a:extLst>
            </p:cNvPr>
            <p:cNvSpPr>
              <a:spLocks/>
            </p:cNvSpPr>
            <p:nvPr/>
          </p:nvSpPr>
          <p:spPr bwMode="auto">
            <a:xfrm>
              <a:off x="851120" y="2302155"/>
              <a:ext cx="160338" cy="76200"/>
            </a:xfrm>
            <a:custGeom>
              <a:avLst/>
              <a:gdLst>
                <a:gd name="T0" fmla="*/ 0 w 162"/>
                <a:gd name="T1" fmla="*/ 77 h 77"/>
                <a:gd name="T2" fmla="*/ 0 w 162"/>
                <a:gd name="T3" fmla="*/ 77 h 77"/>
                <a:gd name="T4" fmla="*/ 6 w 162"/>
                <a:gd name="T5" fmla="*/ 49 h 77"/>
                <a:gd name="T6" fmla="*/ 23 w 162"/>
                <a:gd name="T7" fmla="*/ 24 h 77"/>
                <a:gd name="T8" fmla="*/ 49 w 162"/>
                <a:gd name="T9" fmla="*/ 6 h 77"/>
                <a:gd name="T10" fmla="*/ 81 w 162"/>
                <a:gd name="T11" fmla="*/ 0 h 77"/>
                <a:gd name="T12" fmla="*/ 113 w 162"/>
                <a:gd name="T13" fmla="*/ 6 h 77"/>
                <a:gd name="T14" fmla="*/ 139 w 162"/>
                <a:gd name="T15" fmla="*/ 23 h 77"/>
                <a:gd name="T16" fmla="*/ 156 w 162"/>
                <a:gd name="T17" fmla="*/ 49 h 77"/>
                <a:gd name="T18" fmla="*/ 162 w 162"/>
                <a:gd name="T19" fmla="*/ 77 h 77"/>
                <a:gd name="T20" fmla="*/ 0 w 162"/>
                <a:gd name="T21"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77">
                  <a:moveTo>
                    <a:pt x="0" y="77"/>
                  </a:moveTo>
                  <a:lnTo>
                    <a:pt x="0" y="77"/>
                  </a:lnTo>
                  <a:cubicBezTo>
                    <a:pt x="0" y="67"/>
                    <a:pt x="2" y="58"/>
                    <a:pt x="6" y="49"/>
                  </a:cubicBezTo>
                  <a:cubicBezTo>
                    <a:pt x="10" y="39"/>
                    <a:pt x="16" y="31"/>
                    <a:pt x="23" y="24"/>
                  </a:cubicBezTo>
                  <a:cubicBezTo>
                    <a:pt x="30" y="16"/>
                    <a:pt x="39" y="11"/>
                    <a:pt x="49" y="6"/>
                  </a:cubicBezTo>
                  <a:cubicBezTo>
                    <a:pt x="59" y="2"/>
                    <a:pt x="69" y="0"/>
                    <a:pt x="81" y="0"/>
                  </a:cubicBezTo>
                  <a:cubicBezTo>
                    <a:pt x="92" y="0"/>
                    <a:pt x="103" y="2"/>
                    <a:pt x="113" y="6"/>
                  </a:cubicBezTo>
                  <a:cubicBezTo>
                    <a:pt x="123" y="10"/>
                    <a:pt x="131" y="16"/>
                    <a:pt x="139" y="23"/>
                  </a:cubicBezTo>
                  <a:cubicBezTo>
                    <a:pt x="146" y="31"/>
                    <a:pt x="152" y="39"/>
                    <a:pt x="156" y="49"/>
                  </a:cubicBezTo>
                  <a:cubicBezTo>
                    <a:pt x="159" y="58"/>
                    <a:pt x="161" y="67"/>
                    <a:pt x="162" y="77"/>
                  </a:cubicBezTo>
                  <a:lnTo>
                    <a:pt x="0" y="77"/>
                  </a:lnTo>
                  <a:close/>
                </a:path>
              </a:pathLst>
            </a:custGeom>
            <a:noFill/>
            <a:ln w="25400" cap="rnd">
              <a:gradFill flip="none" rotWithShape="1">
                <a:gsLst>
                  <a:gs pos="0">
                    <a:schemeClr val="accent1"/>
                  </a:gs>
                  <a:gs pos="100000">
                    <a:schemeClr val="accent3"/>
                  </a:gs>
                </a:gsLst>
                <a:lin ang="16200000" scaled="1"/>
                <a:tileRect/>
              </a:gradFill>
              <a:prstDash val="solid"/>
              <a:round/>
            </a:ln>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grpSp>
      <p:sp>
        <p:nvSpPr>
          <p:cNvPr id="24" name="TextBox 23">
            <a:extLst>
              <a:ext uri="{FF2B5EF4-FFF2-40B4-BE49-F238E27FC236}">
                <a16:creationId xmlns:a16="http://schemas.microsoft.com/office/drawing/2014/main" id="{531B5AF2-D233-EB5D-16C5-72E955D314F8}"/>
              </a:ext>
            </a:extLst>
          </p:cNvPr>
          <p:cNvSpPr txBox="1"/>
          <p:nvPr/>
        </p:nvSpPr>
        <p:spPr>
          <a:xfrm>
            <a:off x="568239" y="1634161"/>
            <a:ext cx="1467125" cy="2585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As someone in…</a:t>
            </a:r>
          </a:p>
        </p:txBody>
      </p:sp>
      <p:sp>
        <p:nvSpPr>
          <p:cNvPr id="22" name="Rectangle: Rounded Corners 21">
            <a:extLst>
              <a:ext uri="{FF2B5EF4-FFF2-40B4-BE49-F238E27FC236}">
                <a16:creationId xmlns:a16="http://schemas.microsoft.com/office/drawing/2014/main" id="{C886BC01-C1AC-1573-F585-42F60DFFAFD7}"/>
              </a:ext>
              <a:ext uri="{C183D7F6-B498-43B3-948B-1728B52AA6E4}">
                <adec:decorative xmlns:adec="http://schemas.microsoft.com/office/drawing/2017/decorative" val="0"/>
              </a:ext>
            </a:extLst>
          </p:cNvPr>
          <p:cNvSpPr/>
          <p:nvPr/>
        </p:nvSpPr>
        <p:spPr bwMode="auto">
          <a:xfrm>
            <a:off x="2104239" y="1228873"/>
            <a:ext cx="5451399" cy="933557"/>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(Business Group / Persona)</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Insert Text Here describing the persons role &amp; team </a:t>
            </a: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p:txBody>
      </p:sp>
      <p:sp>
        <p:nvSpPr>
          <p:cNvPr id="32" name="TextBox 31">
            <a:extLst>
              <a:ext uri="{FF2B5EF4-FFF2-40B4-BE49-F238E27FC236}">
                <a16:creationId xmlns:a16="http://schemas.microsoft.com/office/drawing/2014/main" id="{541A742E-7608-4CFB-E568-21FEFB14F80D}"/>
              </a:ext>
            </a:extLst>
          </p:cNvPr>
          <p:cNvSpPr txBox="1"/>
          <p:nvPr/>
        </p:nvSpPr>
        <p:spPr>
          <a:xfrm>
            <a:off x="609368" y="3053341"/>
            <a:ext cx="1467125" cy="2585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I want to…</a:t>
            </a:r>
          </a:p>
        </p:txBody>
      </p:sp>
      <p:sp>
        <p:nvSpPr>
          <p:cNvPr id="36" name="Rectangle: Rounded Corners 35">
            <a:extLst>
              <a:ext uri="{FF2B5EF4-FFF2-40B4-BE49-F238E27FC236}">
                <a16:creationId xmlns:a16="http://schemas.microsoft.com/office/drawing/2014/main" id="{E51C13A8-D933-C8A3-148F-AB95742DDC83}"/>
              </a:ext>
              <a:ext uri="{C183D7F6-B498-43B3-948B-1728B52AA6E4}">
                <adec:decorative xmlns:adec="http://schemas.microsoft.com/office/drawing/2017/decorative" val="0"/>
              </a:ext>
            </a:extLst>
          </p:cNvPr>
          <p:cNvSpPr/>
          <p:nvPr/>
        </p:nvSpPr>
        <p:spPr bwMode="auto">
          <a:xfrm>
            <a:off x="2104239" y="2651911"/>
            <a:ext cx="5451399" cy="1234771"/>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(Description of what I want to do)</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Insert Text Here describing the </a:t>
            </a:r>
            <a:r>
              <a:rPr kumimoji="0" lang="en-US" sz="1100" b="1" i="1" u="sng" strike="noStrike" kern="1200" cap="none" spc="0" normalizeH="0" baseline="0" noProof="0" dirty="0">
                <a:ln>
                  <a:noFill/>
                </a:ln>
                <a:solidFill>
                  <a:srgbClr val="000000"/>
                </a:solidFill>
                <a:effectLst/>
                <a:uLnTx/>
                <a:uFillTx/>
                <a:latin typeface="Segoe UI" panose="020B0502040204020203" pitchFamily="34" charset="0"/>
                <a:ea typeface="+mn-ea"/>
                <a:cs typeface="+mn-cs"/>
              </a:rPr>
              <a:t>job</a:t>
            </a: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 the person wants/needs to complete</a:t>
            </a: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endParaRPr>
          </a:p>
        </p:txBody>
      </p:sp>
      <p:sp>
        <p:nvSpPr>
          <p:cNvPr id="34" name="Freeform 5">
            <a:extLst>
              <a:ext uri="{FF2B5EF4-FFF2-40B4-BE49-F238E27FC236}">
                <a16:creationId xmlns:a16="http://schemas.microsoft.com/office/drawing/2014/main" id="{4F2F0205-EBF9-C0F3-4372-92CCD6327504}"/>
              </a:ext>
              <a:ext uri="{C183D7F6-B498-43B3-948B-1728B52AA6E4}">
                <adec:decorative xmlns:adec="http://schemas.microsoft.com/office/drawing/2017/decorative" val="1"/>
              </a:ext>
            </a:extLst>
          </p:cNvPr>
          <p:cNvSpPr>
            <a:spLocks/>
          </p:cNvSpPr>
          <p:nvPr/>
        </p:nvSpPr>
        <p:spPr bwMode="auto">
          <a:xfrm>
            <a:off x="720651" y="2644768"/>
            <a:ext cx="238125" cy="289719"/>
          </a:xfrm>
          <a:custGeom>
            <a:avLst/>
            <a:gdLst>
              <a:gd name="T0" fmla="*/ 160 w 240"/>
              <a:gd name="T1" fmla="*/ 293 h 293"/>
              <a:gd name="T2" fmla="*/ 160 w 240"/>
              <a:gd name="T3" fmla="*/ 293 h 293"/>
              <a:gd name="T4" fmla="*/ 174 w 240"/>
              <a:gd name="T5" fmla="*/ 244 h 293"/>
              <a:gd name="T6" fmla="*/ 204 w 240"/>
              <a:gd name="T7" fmla="*/ 203 h 293"/>
              <a:gd name="T8" fmla="*/ 231 w 240"/>
              <a:gd name="T9" fmla="*/ 165 h 293"/>
              <a:gd name="T10" fmla="*/ 240 w 240"/>
              <a:gd name="T11" fmla="*/ 120 h 293"/>
              <a:gd name="T12" fmla="*/ 230 w 240"/>
              <a:gd name="T13" fmla="*/ 73 h 293"/>
              <a:gd name="T14" fmla="*/ 205 w 240"/>
              <a:gd name="T15" fmla="*/ 35 h 293"/>
              <a:gd name="T16" fmla="*/ 166 w 240"/>
              <a:gd name="T17" fmla="*/ 9 h 293"/>
              <a:gd name="T18" fmla="*/ 120 w 240"/>
              <a:gd name="T19" fmla="*/ 0 h 293"/>
              <a:gd name="T20" fmla="*/ 73 w 240"/>
              <a:gd name="T21" fmla="*/ 9 h 293"/>
              <a:gd name="T22" fmla="*/ 35 w 240"/>
              <a:gd name="T23" fmla="*/ 35 h 293"/>
              <a:gd name="T24" fmla="*/ 9 w 240"/>
              <a:gd name="T25" fmla="*/ 73 h 293"/>
              <a:gd name="T26" fmla="*/ 0 w 240"/>
              <a:gd name="T27" fmla="*/ 120 h 293"/>
              <a:gd name="T28" fmla="*/ 9 w 240"/>
              <a:gd name="T29" fmla="*/ 165 h 293"/>
              <a:gd name="T30" fmla="*/ 36 w 240"/>
              <a:gd name="T31" fmla="*/ 203 h 293"/>
              <a:gd name="T32" fmla="*/ 65 w 240"/>
              <a:gd name="T33" fmla="*/ 244 h 293"/>
              <a:gd name="T34" fmla="*/ 79 w 240"/>
              <a:gd name="T35" fmla="*/ 293 h 293"/>
              <a:gd name="T36" fmla="*/ 160 w 240"/>
              <a:gd name="T37" fmla="*/ 293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40" h="293">
                <a:moveTo>
                  <a:pt x="160" y="293"/>
                </a:moveTo>
                <a:lnTo>
                  <a:pt x="160" y="293"/>
                </a:lnTo>
                <a:cubicBezTo>
                  <a:pt x="162" y="275"/>
                  <a:pt x="167" y="259"/>
                  <a:pt x="174" y="244"/>
                </a:cubicBezTo>
                <a:cubicBezTo>
                  <a:pt x="182" y="230"/>
                  <a:pt x="191" y="216"/>
                  <a:pt x="204" y="203"/>
                </a:cubicBezTo>
                <a:cubicBezTo>
                  <a:pt x="216" y="192"/>
                  <a:pt x="224" y="179"/>
                  <a:pt x="231" y="165"/>
                </a:cubicBezTo>
                <a:cubicBezTo>
                  <a:pt x="237" y="151"/>
                  <a:pt x="240" y="136"/>
                  <a:pt x="240" y="120"/>
                </a:cubicBezTo>
                <a:cubicBezTo>
                  <a:pt x="240" y="103"/>
                  <a:pt x="237" y="87"/>
                  <a:pt x="230" y="73"/>
                </a:cubicBezTo>
                <a:cubicBezTo>
                  <a:pt x="224" y="58"/>
                  <a:pt x="215" y="46"/>
                  <a:pt x="205" y="35"/>
                </a:cubicBezTo>
                <a:cubicBezTo>
                  <a:pt x="194" y="24"/>
                  <a:pt x="181" y="15"/>
                  <a:pt x="166" y="9"/>
                </a:cubicBezTo>
                <a:cubicBezTo>
                  <a:pt x="152" y="3"/>
                  <a:pt x="136" y="0"/>
                  <a:pt x="120" y="0"/>
                </a:cubicBezTo>
                <a:cubicBezTo>
                  <a:pt x="103" y="0"/>
                  <a:pt x="88" y="3"/>
                  <a:pt x="73" y="9"/>
                </a:cubicBezTo>
                <a:cubicBezTo>
                  <a:pt x="59" y="15"/>
                  <a:pt x="46" y="24"/>
                  <a:pt x="35" y="35"/>
                </a:cubicBezTo>
                <a:cubicBezTo>
                  <a:pt x="24" y="46"/>
                  <a:pt x="16" y="58"/>
                  <a:pt x="9" y="73"/>
                </a:cubicBezTo>
                <a:cubicBezTo>
                  <a:pt x="3" y="87"/>
                  <a:pt x="0" y="103"/>
                  <a:pt x="0" y="120"/>
                </a:cubicBezTo>
                <a:cubicBezTo>
                  <a:pt x="0" y="136"/>
                  <a:pt x="3" y="151"/>
                  <a:pt x="9" y="165"/>
                </a:cubicBezTo>
                <a:cubicBezTo>
                  <a:pt x="15" y="179"/>
                  <a:pt x="24" y="192"/>
                  <a:pt x="36" y="203"/>
                </a:cubicBezTo>
                <a:cubicBezTo>
                  <a:pt x="48" y="216"/>
                  <a:pt x="58" y="230"/>
                  <a:pt x="65" y="244"/>
                </a:cubicBezTo>
                <a:cubicBezTo>
                  <a:pt x="73" y="259"/>
                  <a:pt x="77" y="275"/>
                  <a:pt x="79" y="293"/>
                </a:cubicBezTo>
                <a:lnTo>
                  <a:pt x="160" y="293"/>
                </a:lnTo>
                <a:close/>
              </a:path>
            </a:pathLst>
          </a:custGeom>
          <a:noFill/>
          <a:ln w="25400" cap="rnd">
            <a:gradFill flip="none" rotWithShape="1">
              <a:gsLst>
                <a:gs pos="0">
                  <a:schemeClr val="accent1"/>
                </a:gs>
                <a:gs pos="100000">
                  <a:schemeClr val="accent3"/>
                </a:gs>
              </a:gsLst>
              <a:lin ang="16200000" scaled="1"/>
              <a:tileRect/>
            </a:gradFill>
            <a:prstDash val="solid"/>
            <a:round/>
          </a:ln>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UI"/>
              <a:ea typeface="+mn-ea"/>
              <a:cs typeface="+mn-cs"/>
            </a:endParaRPr>
          </a:p>
        </p:txBody>
      </p:sp>
      <p:sp>
        <p:nvSpPr>
          <p:cNvPr id="35" name="Freeform 6">
            <a:extLst>
              <a:ext uri="{FF2B5EF4-FFF2-40B4-BE49-F238E27FC236}">
                <a16:creationId xmlns:a16="http://schemas.microsoft.com/office/drawing/2014/main" id="{1C98A038-226F-46E6-90E0-DDF8C4A50562}"/>
              </a:ext>
              <a:ext uri="{C183D7F6-B498-43B3-948B-1728B52AA6E4}">
                <adec:decorative xmlns:adec="http://schemas.microsoft.com/office/drawing/2017/decorative" val="1"/>
              </a:ext>
            </a:extLst>
          </p:cNvPr>
          <p:cNvSpPr>
            <a:spLocks/>
          </p:cNvSpPr>
          <p:nvPr/>
        </p:nvSpPr>
        <p:spPr bwMode="auto">
          <a:xfrm>
            <a:off x="791923" y="3008320"/>
            <a:ext cx="79375" cy="51594"/>
          </a:xfrm>
          <a:custGeom>
            <a:avLst/>
            <a:gdLst>
              <a:gd name="T0" fmla="*/ 66 w 80"/>
              <a:gd name="T1" fmla="*/ 53 h 53"/>
              <a:gd name="T2" fmla="*/ 66 w 80"/>
              <a:gd name="T3" fmla="*/ 53 h 53"/>
              <a:gd name="T4" fmla="*/ 76 w 80"/>
              <a:gd name="T5" fmla="*/ 49 h 53"/>
              <a:gd name="T6" fmla="*/ 80 w 80"/>
              <a:gd name="T7" fmla="*/ 40 h 53"/>
              <a:gd name="T8" fmla="*/ 80 w 80"/>
              <a:gd name="T9" fmla="*/ 0 h 53"/>
              <a:gd name="T10" fmla="*/ 0 w 80"/>
              <a:gd name="T11" fmla="*/ 0 h 53"/>
              <a:gd name="T12" fmla="*/ 0 w 80"/>
              <a:gd name="T13" fmla="*/ 40 h 53"/>
              <a:gd name="T14" fmla="*/ 4 w 80"/>
              <a:gd name="T15" fmla="*/ 49 h 53"/>
              <a:gd name="T16" fmla="*/ 13 w 80"/>
              <a:gd name="T17" fmla="*/ 53 h 53"/>
              <a:gd name="T18" fmla="*/ 66 w 80"/>
              <a:gd name="T19" fmla="*/ 5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53">
                <a:moveTo>
                  <a:pt x="66" y="53"/>
                </a:moveTo>
                <a:lnTo>
                  <a:pt x="66" y="53"/>
                </a:lnTo>
                <a:cubicBezTo>
                  <a:pt x="70" y="53"/>
                  <a:pt x="73" y="52"/>
                  <a:pt x="76" y="49"/>
                </a:cubicBezTo>
                <a:cubicBezTo>
                  <a:pt x="79" y="46"/>
                  <a:pt x="80" y="43"/>
                  <a:pt x="80" y="40"/>
                </a:cubicBezTo>
                <a:lnTo>
                  <a:pt x="80" y="0"/>
                </a:lnTo>
                <a:lnTo>
                  <a:pt x="0" y="0"/>
                </a:lnTo>
                <a:lnTo>
                  <a:pt x="0" y="40"/>
                </a:lnTo>
                <a:cubicBezTo>
                  <a:pt x="0" y="43"/>
                  <a:pt x="1" y="46"/>
                  <a:pt x="4" y="49"/>
                </a:cubicBezTo>
                <a:cubicBezTo>
                  <a:pt x="6" y="52"/>
                  <a:pt x="10" y="53"/>
                  <a:pt x="13" y="53"/>
                </a:cubicBezTo>
                <a:lnTo>
                  <a:pt x="66" y="53"/>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38" name="TextBox 37">
            <a:extLst>
              <a:ext uri="{FF2B5EF4-FFF2-40B4-BE49-F238E27FC236}">
                <a16:creationId xmlns:a16="http://schemas.microsoft.com/office/drawing/2014/main" id="{650BE89E-12DF-8194-02E7-8B9FE757B3F0}"/>
              </a:ext>
            </a:extLst>
          </p:cNvPr>
          <p:cNvSpPr txBox="1"/>
          <p:nvPr/>
        </p:nvSpPr>
        <p:spPr>
          <a:xfrm>
            <a:off x="594694" y="4708366"/>
            <a:ext cx="1467125" cy="2585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Using…</a:t>
            </a:r>
          </a:p>
        </p:txBody>
      </p:sp>
      <p:sp>
        <p:nvSpPr>
          <p:cNvPr id="37" name="Rectangle: Rounded Corners 36">
            <a:extLst>
              <a:ext uri="{FF2B5EF4-FFF2-40B4-BE49-F238E27FC236}">
                <a16:creationId xmlns:a16="http://schemas.microsoft.com/office/drawing/2014/main" id="{0EE967ED-3308-9B7F-4077-81C74C0EA63C}"/>
              </a:ext>
              <a:ext uri="{C183D7F6-B498-43B3-948B-1728B52AA6E4}">
                <adec:decorative xmlns:adec="http://schemas.microsoft.com/office/drawing/2017/decorative" val="0"/>
              </a:ext>
            </a:extLst>
          </p:cNvPr>
          <p:cNvSpPr/>
          <p:nvPr/>
        </p:nvSpPr>
        <p:spPr bwMode="auto">
          <a:xfrm>
            <a:off x="2166265" y="4276801"/>
            <a:ext cx="5451399" cy="1247369"/>
          </a:xfrm>
          <a:prstGeom prst="roundRect">
            <a:avLst>
              <a:gd name="adj" fmla="val 13604"/>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(Specific Copilot tool)</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dirty="0">
                <a:ln>
                  <a:noFill/>
                </a:ln>
                <a:solidFill>
                  <a:srgbClr val="000000"/>
                </a:solidFill>
                <a:effectLst/>
                <a:uLnTx/>
                <a:uFillTx/>
                <a:latin typeface="Segoe UI" panose="020B0502040204020203" pitchFamily="34" charset="0"/>
                <a:ea typeface="+mn-ea"/>
                <a:cs typeface="+mn-cs"/>
              </a:rPr>
              <a:t>Insert details of this scenario</a:t>
            </a:r>
          </a:p>
        </p:txBody>
      </p:sp>
      <p:grpSp>
        <p:nvGrpSpPr>
          <p:cNvPr id="54" name="Group 53">
            <a:extLst>
              <a:ext uri="{FF2B5EF4-FFF2-40B4-BE49-F238E27FC236}">
                <a16:creationId xmlns:a16="http://schemas.microsoft.com/office/drawing/2014/main" id="{A9C2D799-4A74-F549-7E18-423F4961E4ED}"/>
              </a:ext>
              <a:ext uri="{C183D7F6-B498-43B3-948B-1728B52AA6E4}">
                <adec:decorative xmlns:adec="http://schemas.microsoft.com/office/drawing/2017/decorative" val="1"/>
              </a:ext>
            </a:extLst>
          </p:cNvPr>
          <p:cNvGrpSpPr/>
          <p:nvPr/>
        </p:nvGrpSpPr>
        <p:grpSpPr>
          <a:xfrm>
            <a:off x="693284" y="4288614"/>
            <a:ext cx="355224" cy="356453"/>
            <a:chOff x="769241" y="5197687"/>
            <a:chExt cx="382323" cy="383646"/>
          </a:xfrm>
        </p:grpSpPr>
        <p:sp>
          <p:nvSpPr>
            <p:cNvPr id="41" name="Freeform 5">
              <a:extLst>
                <a:ext uri="{FF2B5EF4-FFF2-40B4-BE49-F238E27FC236}">
                  <a16:creationId xmlns:a16="http://schemas.microsoft.com/office/drawing/2014/main" id="{FFADB674-D367-8F56-C16E-D905074445C7}"/>
                </a:ext>
              </a:extLst>
            </p:cNvPr>
            <p:cNvSpPr>
              <a:spLocks/>
            </p:cNvSpPr>
            <p:nvPr/>
          </p:nvSpPr>
          <p:spPr bwMode="auto">
            <a:xfrm>
              <a:off x="955772" y="5319395"/>
              <a:ext cx="84667" cy="83344"/>
            </a:xfrm>
            <a:custGeom>
              <a:avLst/>
              <a:gdLst>
                <a:gd name="T0" fmla="*/ 22 w 85"/>
                <a:gd name="T1" fmla="*/ 81 h 84"/>
                <a:gd name="T2" fmla="*/ 22 w 85"/>
                <a:gd name="T3" fmla="*/ 81 h 84"/>
                <a:gd name="T4" fmla="*/ 3 w 85"/>
                <a:gd name="T5" fmla="*/ 63 h 84"/>
                <a:gd name="T6" fmla="*/ 8 w 85"/>
                <a:gd name="T7" fmla="*/ 44 h 84"/>
                <a:gd name="T8" fmla="*/ 20 w 85"/>
                <a:gd name="T9" fmla="*/ 0 h 84"/>
                <a:gd name="T10" fmla="*/ 52 w 85"/>
                <a:gd name="T11" fmla="*/ 32 h 84"/>
                <a:gd name="T12" fmla="*/ 85 w 85"/>
                <a:gd name="T13" fmla="*/ 64 h 84"/>
                <a:gd name="T14" fmla="*/ 41 w 85"/>
                <a:gd name="T15" fmla="*/ 76 h 84"/>
                <a:gd name="T16" fmla="*/ 22 w 85"/>
                <a:gd name="T17" fmla="*/ 8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84">
                  <a:moveTo>
                    <a:pt x="22" y="81"/>
                  </a:moveTo>
                  <a:lnTo>
                    <a:pt x="22" y="81"/>
                  </a:lnTo>
                  <a:cubicBezTo>
                    <a:pt x="11" y="84"/>
                    <a:pt x="0" y="74"/>
                    <a:pt x="3" y="63"/>
                  </a:cubicBezTo>
                  <a:lnTo>
                    <a:pt x="8" y="44"/>
                  </a:lnTo>
                  <a:lnTo>
                    <a:pt x="20" y="0"/>
                  </a:lnTo>
                  <a:lnTo>
                    <a:pt x="52" y="32"/>
                  </a:lnTo>
                  <a:lnTo>
                    <a:pt x="85" y="64"/>
                  </a:lnTo>
                  <a:lnTo>
                    <a:pt x="41" y="76"/>
                  </a:lnTo>
                  <a:lnTo>
                    <a:pt x="22" y="81"/>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2" name="Freeform 6">
              <a:extLst>
                <a:ext uri="{FF2B5EF4-FFF2-40B4-BE49-F238E27FC236}">
                  <a16:creationId xmlns:a16="http://schemas.microsoft.com/office/drawing/2014/main" id="{BE707FC3-BCA8-1979-2298-13F99C66FEBC}"/>
                </a:ext>
              </a:extLst>
            </p:cNvPr>
            <p:cNvSpPr>
              <a:spLocks/>
            </p:cNvSpPr>
            <p:nvPr/>
          </p:nvSpPr>
          <p:spPr bwMode="auto">
            <a:xfrm>
              <a:off x="986199" y="5251927"/>
              <a:ext cx="119063" cy="120385"/>
            </a:xfrm>
            <a:custGeom>
              <a:avLst/>
              <a:gdLst>
                <a:gd name="T0" fmla="*/ 121 w 121"/>
                <a:gd name="T1" fmla="*/ 67 h 123"/>
                <a:gd name="T2" fmla="*/ 121 w 121"/>
                <a:gd name="T3" fmla="*/ 67 h 123"/>
                <a:gd name="T4" fmla="*/ 65 w 121"/>
                <a:gd name="T5" fmla="*/ 123 h 123"/>
                <a:gd name="T6" fmla="*/ 0 w 121"/>
                <a:gd name="T7" fmla="*/ 58 h 123"/>
                <a:gd name="T8" fmla="*/ 58 w 121"/>
                <a:gd name="T9" fmla="*/ 0 h 123"/>
                <a:gd name="T10" fmla="*/ 121 w 121"/>
                <a:gd name="T11" fmla="*/ 67 h 123"/>
              </a:gdLst>
              <a:ahLst/>
              <a:cxnLst>
                <a:cxn ang="0">
                  <a:pos x="T0" y="T1"/>
                </a:cxn>
                <a:cxn ang="0">
                  <a:pos x="T2" y="T3"/>
                </a:cxn>
                <a:cxn ang="0">
                  <a:pos x="T4" y="T5"/>
                </a:cxn>
                <a:cxn ang="0">
                  <a:pos x="T6" y="T7"/>
                </a:cxn>
                <a:cxn ang="0">
                  <a:pos x="T8" y="T9"/>
                </a:cxn>
                <a:cxn ang="0">
                  <a:pos x="T10" y="T11"/>
                </a:cxn>
              </a:cxnLst>
              <a:rect l="0" t="0" r="r" b="b"/>
              <a:pathLst>
                <a:path w="121" h="123">
                  <a:moveTo>
                    <a:pt x="121" y="67"/>
                  </a:moveTo>
                  <a:lnTo>
                    <a:pt x="121" y="67"/>
                  </a:lnTo>
                  <a:lnTo>
                    <a:pt x="65" y="123"/>
                  </a:lnTo>
                  <a:lnTo>
                    <a:pt x="0" y="58"/>
                  </a:lnTo>
                  <a:lnTo>
                    <a:pt x="58" y="0"/>
                  </a:lnTo>
                  <a:cubicBezTo>
                    <a:pt x="85" y="16"/>
                    <a:pt x="107" y="39"/>
                    <a:pt x="121" y="67"/>
                  </a:cubicBez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3" name="Freeform 7">
              <a:extLst>
                <a:ext uri="{FF2B5EF4-FFF2-40B4-BE49-F238E27FC236}">
                  <a16:creationId xmlns:a16="http://schemas.microsoft.com/office/drawing/2014/main" id="{ACB7B053-5147-A002-F014-CE06F5C7A129}"/>
                </a:ext>
              </a:extLst>
            </p:cNvPr>
            <p:cNvSpPr>
              <a:spLocks/>
            </p:cNvSpPr>
            <p:nvPr/>
          </p:nvSpPr>
          <p:spPr bwMode="auto">
            <a:xfrm>
              <a:off x="927991" y="5392156"/>
              <a:ext cx="35719" cy="38365"/>
            </a:xfrm>
            <a:custGeom>
              <a:avLst/>
              <a:gdLst>
                <a:gd name="T0" fmla="*/ 6 w 37"/>
                <a:gd name="T1" fmla="*/ 11 h 39"/>
                <a:gd name="T2" fmla="*/ 6 w 37"/>
                <a:gd name="T3" fmla="*/ 11 h 39"/>
                <a:gd name="T4" fmla="*/ 6 w 37"/>
                <a:gd name="T5" fmla="*/ 33 h 39"/>
                <a:gd name="T6" fmla="*/ 27 w 37"/>
                <a:gd name="T7" fmla="*/ 33 h 39"/>
                <a:gd name="T8" fmla="*/ 37 w 37"/>
                <a:gd name="T9" fmla="*/ 23 h 39"/>
                <a:gd name="T10" fmla="*/ 15 w 37"/>
                <a:gd name="T11" fmla="*/ 0 h 39"/>
                <a:gd name="T12" fmla="*/ 6 w 37"/>
                <a:gd name="T13" fmla="*/ 11 h 39"/>
              </a:gdLst>
              <a:ahLst/>
              <a:cxnLst>
                <a:cxn ang="0">
                  <a:pos x="T0" y="T1"/>
                </a:cxn>
                <a:cxn ang="0">
                  <a:pos x="T2" y="T3"/>
                </a:cxn>
                <a:cxn ang="0">
                  <a:pos x="T4" y="T5"/>
                </a:cxn>
                <a:cxn ang="0">
                  <a:pos x="T6" y="T7"/>
                </a:cxn>
                <a:cxn ang="0">
                  <a:pos x="T8" y="T9"/>
                </a:cxn>
                <a:cxn ang="0">
                  <a:pos x="T10" y="T11"/>
                </a:cxn>
                <a:cxn ang="0">
                  <a:pos x="T12" y="T13"/>
                </a:cxn>
              </a:cxnLst>
              <a:rect l="0" t="0" r="r" b="b"/>
              <a:pathLst>
                <a:path w="37" h="39">
                  <a:moveTo>
                    <a:pt x="6" y="11"/>
                  </a:moveTo>
                  <a:lnTo>
                    <a:pt x="6" y="11"/>
                  </a:lnTo>
                  <a:cubicBezTo>
                    <a:pt x="0" y="17"/>
                    <a:pt x="0" y="27"/>
                    <a:pt x="6" y="33"/>
                  </a:cubicBezTo>
                  <a:cubicBezTo>
                    <a:pt x="12" y="39"/>
                    <a:pt x="21" y="39"/>
                    <a:pt x="27" y="33"/>
                  </a:cubicBezTo>
                  <a:lnTo>
                    <a:pt x="37" y="23"/>
                  </a:lnTo>
                  <a:lnTo>
                    <a:pt x="15" y="0"/>
                  </a:lnTo>
                  <a:lnTo>
                    <a:pt x="6" y="11"/>
                  </a:lnTo>
                  <a:close/>
                </a:path>
              </a:pathLst>
            </a:custGeom>
            <a:solidFill>
              <a:schemeClr val="accent3"/>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4" name="Freeform 8">
              <a:extLst>
                <a:ext uri="{FF2B5EF4-FFF2-40B4-BE49-F238E27FC236}">
                  <a16:creationId xmlns:a16="http://schemas.microsoft.com/office/drawing/2014/main" id="{C4C18207-051F-C89A-E5A1-78A899EFA1A2}"/>
                </a:ext>
              </a:extLst>
            </p:cNvPr>
            <p:cNvSpPr>
              <a:spLocks/>
            </p:cNvSpPr>
            <p:nvPr/>
          </p:nvSpPr>
          <p:spPr bwMode="auto">
            <a:xfrm>
              <a:off x="769241" y="5197687"/>
              <a:ext cx="382323" cy="383646"/>
            </a:xfrm>
            <a:custGeom>
              <a:avLst/>
              <a:gdLst>
                <a:gd name="T0" fmla="*/ 389 w 389"/>
                <a:gd name="T1" fmla="*/ 195 h 390"/>
                <a:gd name="T2" fmla="*/ 389 w 389"/>
                <a:gd name="T3" fmla="*/ 195 h 390"/>
                <a:gd name="T4" fmla="*/ 195 w 389"/>
                <a:gd name="T5" fmla="*/ 390 h 390"/>
                <a:gd name="T6" fmla="*/ 40 w 389"/>
                <a:gd name="T7" fmla="*/ 313 h 390"/>
                <a:gd name="T8" fmla="*/ 32 w 389"/>
                <a:gd name="T9" fmla="*/ 345 h 390"/>
                <a:gd name="T10" fmla="*/ 17 w 389"/>
                <a:gd name="T11" fmla="*/ 357 h 390"/>
                <a:gd name="T12" fmla="*/ 14 w 389"/>
                <a:gd name="T13" fmla="*/ 357 h 390"/>
                <a:gd name="T14" fmla="*/ 2 w 389"/>
                <a:gd name="T15" fmla="*/ 338 h 390"/>
                <a:gd name="T16" fmla="*/ 22 w 389"/>
                <a:gd name="T17" fmla="*/ 254 h 390"/>
                <a:gd name="T18" fmla="*/ 107 w 389"/>
                <a:gd name="T19" fmla="*/ 273 h 390"/>
                <a:gd name="T20" fmla="*/ 119 w 389"/>
                <a:gd name="T21" fmla="*/ 292 h 390"/>
                <a:gd name="T22" fmla="*/ 100 w 389"/>
                <a:gd name="T23" fmla="*/ 303 h 390"/>
                <a:gd name="T24" fmla="*/ 64 w 389"/>
                <a:gd name="T25" fmla="*/ 295 h 390"/>
                <a:gd name="T26" fmla="*/ 195 w 389"/>
                <a:gd name="T27" fmla="*/ 359 h 390"/>
                <a:gd name="T28" fmla="*/ 359 w 389"/>
                <a:gd name="T29" fmla="*/ 195 h 390"/>
                <a:gd name="T30" fmla="*/ 342 w 389"/>
                <a:gd name="T31" fmla="*/ 122 h 390"/>
                <a:gd name="T32" fmla="*/ 279 w 389"/>
                <a:gd name="T33" fmla="*/ 55 h 390"/>
                <a:gd name="T34" fmla="*/ 195 w 389"/>
                <a:gd name="T35" fmla="*/ 31 h 390"/>
                <a:gd name="T36" fmla="*/ 30 w 389"/>
                <a:gd name="T37" fmla="*/ 195 h 390"/>
                <a:gd name="T38" fmla="*/ 15 w 389"/>
                <a:gd name="T39" fmla="*/ 211 h 390"/>
                <a:gd name="T40" fmla="*/ 0 w 389"/>
                <a:gd name="T41" fmla="*/ 195 h 390"/>
                <a:gd name="T42" fmla="*/ 195 w 389"/>
                <a:gd name="T43" fmla="*/ 0 h 390"/>
                <a:gd name="T44" fmla="*/ 389 w 389"/>
                <a:gd name="T45" fmla="*/ 195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89" h="390">
                  <a:moveTo>
                    <a:pt x="389" y="195"/>
                  </a:moveTo>
                  <a:lnTo>
                    <a:pt x="389" y="195"/>
                  </a:lnTo>
                  <a:cubicBezTo>
                    <a:pt x="389" y="303"/>
                    <a:pt x="302" y="390"/>
                    <a:pt x="195" y="390"/>
                  </a:cubicBezTo>
                  <a:cubicBezTo>
                    <a:pt x="133" y="390"/>
                    <a:pt x="76" y="362"/>
                    <a:pt x="40" y="313"/>
                  </a:cubicBezTo>
                  <a:lnTo>
                    <a:pt x="32" y="345"/>
                  </a:lnTo>
                  <a:cubicBezTo>
                    <a:pt x="31" y="352"/>
                    <a:pt x="24" y="357"/>
                    <a:pt x="17" y="357"/>
                  </a:cubicBezTo>
                  <a:cubicBezTo>
                    <a:pt x="16" y="357"/>
                    <a:pt x="15" y="357"/>
                    <a:pt x="14" y="357"/>
                  </a:cubicBezTo>
                  <a:cubicBezTo>
                    <a:pt x="6" y="355"/>
                    <a:pt x="1" y="347"/>
                    <a:pt x="2" y="338"/>
                  </a:cubicBezTo>
                  <a:lnTo>
                    <a:pt x="22" y="254"/>
                  </a:lnTo>
                  <a:lnTo>
                    <a:pt x="107" y="273"/>
                  </a:lnTo>
                  <a:cubicBezTo>
                    <a:pt x="115" y="275"/>
                    <a:pt x="120" y="283"/>
                    <a:pt x="119" y="292"/>
                  </a:cubicBezTo>
                  <a:cubicBezTo>
                    <a:pt x="117" y="300"/>
                    <a:pt x="108" y="305"/>
                    <a:pt x="100" y="303"/>
                  </a:cubicBezTo>
                  <a:lnTo>
                    <a:pt x="64" y="295"/>
                  </a:lnTo>
                  <a:cubicBezTo>
                    <a:pt x="95" y="336"/>
                    <a:pt x="143" y="359"/>
                    <a:pt x="195" y="359"/>
                  </a:cubicBezTo>
                  <a:cubicBezTo>
                    <a:pt x="285" y="359"/>
                    <a:pt x="359" y="286"/>
                    <a:pt x="359" y="195"/>
                  </a:cubicBezTo>
                  <a:cubicBezTo>
                    <a:pt x="359" y="169"/>
                    <a:pt x="353" y="144"/>
                    <a:pt x="342" y="122"/>
                  </a:cubicBezTo>
                  <a:cubicBezTo>
                    <a:pt x="328" y="94"/>
                    <a:pt x="306" y="71"/>
                    <a:pt x="279" y="55"/>
                  </a:cubicBezTo>
                  <a:cubicBezTo>
                    <a:pt x="254" y="40"/>
                    <a:pt x="225" y="31"/>
                    <a:pt x="195" y="31"/>
                  </a:cubicBezTo>
                  <a:cubicBezTo>
                    <a:pt x="104" y="31"/>
                    <a:pt x="30" y="105"/>
                    <a:pt x="30" y="195"/>
                  </a:cubicBezTo>
                  <a:cubicBezTo>
                    <a:pt x="30" y="204"/>
                    <a:pt x="23" y="211"/>
                    <a:pt x="15" y="211"/>
                  </a:cubicBezTo>
                  <a:cubicBezTo>
                    <a:pt x="7" y="211"/>
                    <a:pt x="0" y="204"/>
                    <a:pt x="0" y="195"/>
                  </a:cubicBezTo>
                  <a:cubicBezTo>
                    <a:pt x="0" y="88"/>
                    <a:pt x="87" y="0"/>
                    <a:pt x="195" y="0"/>
                  </a:cubicBezTo>
                  <a:cubicBezTo>
                    <a:pt x="302" y="0"/>
                    <a:pt x="389" y="88"/>
                    <a:pt x="389" y="195"/>
                  </a:cubicBez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grpSp>
      <p:grpSp>
        <p:nvGrpSpPr>
          <p:cNvPr id="53" name="Group 52">
            <a:extLst>
              <a:ext uri="{FF2B5EF4-FFF2-40B4-BE49-F238E27FC236}">
                <a16:creationId xmlns:a16="http://schemas.microsoft.com/office/drawing/2014/main" id="{BC532194-3B3C-48D5-DEB3-4064FBCFA46E}"/>
              </a:ext>
              <a:ext uri="{C183D7F6-B498-43B3-948B-1728B52AA6E4}">
                <adec:decorative xmlns:adec="http://schemas.microsoft.com/office/drawing/2017/decorative" val="1"/>
              </a:ext>
            </a:extLst>
          </p:cNvPr>
          <p:cNvGrpSpPr/>
          <p:nvPr/>
        </p:nvGrpSpPr>
        <p:grpSpPr>
          <a:xfrm>
            <a:off x="8216296" y="1277168"/>
            <a:ext cx="342728" cy="316818"/>
            <a:chOff x="8274253" y="1993111"/>
            <a:chExt cx="384968" cy="355865"/>
          </a:xfrm>
        </p:grpSpPr>
        <p:sp>
          <p:nvSpPr>
            <p:cNvPr id="47" name="Freeform 22">
              <a:extLst>
                <a:ext uri="{FF2B5EF4-FFF2-40B4-BE49-F238E27FC236}">
                  <a16:creationId xmlns:a16="http://schemas.microsoft.com/office/drawing/2014/main" id="{464C6ED1-080D-1370-1320-DF2A7D72AA46}"/>
                </a:ext>
              </a:extLst>
            </p:cNvPr>
            <p:cNvSpPr>
              <a:spLocks/>
            </p:cNvSpPr>
            <p:nvPr/>
          </p:nvSpPr>
          <p:spPr bwMode="auto">
            <a:xfrm>
              <a:off x="8274253" y="2134663"/>
              <a:ext cx="333374" cy="214313"/>
            </a:xfrm>
            <a:custGeom>
              <a:avLst/>
              <a:gdLst>
                <a:gd name="T0" fmla="*/ 0 w 339"/>
                <a:gd name="T1" fmla="*/ 0 h 217"/>
                <a:gd name="T2" fmla="*/ 0 w 339"/>
                <a:gd name="T3" fmla="*/ 0 h 217"/>
                <a:gd name="T4" fmla="*/ 0 w 339"/>
                <a:gd name="T5" fmla="*/ 217 h 217"/>
                <a:gd name="T6" fmla="*/ 339 w 339"/>
                <a:gd name="T7" fmla="*/ 217 h 217"/>
                <a:gd name="T8" fmla="*/ 339 w 339"/>
                <a:gd name="T9" fmla="*/ 160 h 217"/>
                <a:gd name="T10" fmla="*/ 52 w 339"/>
                <a:gd name="T11" fmla="*/ 160 h 217"/>
                <a:gd name="T12" fmla="*/ 52 w 339"/>
                <a:gd name="T13" fmla="*/ 0 h 217"/>
                <a:gd name="T14" fmla="*/ 0 w 339"/>
                <a:gd name="T15" fmla="*/ 0 h 2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9" h="217">
                  <a:moveTo>
                    <a:pt x="0" y="0"/>
                  </a:moveTo>
                  <a:lnTo>
                    <a:pt x="0" y="0"/>
                  </a:lnTo>
                  <a:lnTo>
                    <a:pt x="0" y="217"/>
                  </a:lnTo>
                  <a:lnTo>
                    <a:pt x="339" y="217"/>
                  </a:lnTo>
                  <a:lnTo>
                    <a:pt x="339" y="160"/>
                  </a:lnTo>
                  <a:lnTo>
                    <a:pt x="52" y="160"/>
                  </a:lnTo>
                  <a:lnTo>
                    <a:pt x="52" y="0"/>
                  </a:lnTo>
                  <a:lnTo>
                    <a:pt x="0"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8" name="Freeform 23">
              <a:extLst>
                <a:ext uri="{FF2B5EF4-FFF2-40B4-BE49-F238E27FC236}">
                  <a16:creationId xmlns:a16="http://schemas.microsoft.com/office/drawing/2014/main" id="{E46AA9F0-F6C2-F4DF-35E0-9B67D3E10C64}"/>
                </a:ext>
              </a:extLst>
            </p:cNvPr>
            <p:cNvSpPr>
              <a:spLocks/>
            </p:cNvSpPr>
            <p:nvPr/>
          </p:nvSpPr>
          <p:spPr bwMode="auto">
            <a:xfrm>
              <a:off x="8274253" y="2063226"/>
              <a:ext cx="50271" cy="38365"/>
            </a:xfrm>
            <a:custGeom>
              <a:avLst/>
              <a:gdLst>
                <a:gd name="T0" fmla="*/ 0 w 52"/>
                <a:gd name="T1" fmla="*/ 38 h 38"/>
                <a:gd name="T2" fmla="*/ 0 w 52"/>
                <a:gd name="T3" fmla="*/ 38 h 38"/>
                <a:gd name="T4" fmla="*/ 52 w 52"/>
                <a:gd name="T5" fmla="*/ 38 h 38"/>
                <a:gd name="T6" fmla="*/ 52 w 52"/>
                <a:gd name="T7" fmla="*/ 0 h 38"/>
                <a:gd name="T8" fmla="*/ 0 w 52"/>
                <a:gd name="T9" fmla="*/ 0 h 38"/>
                <a:gd name="T10" fmla="*/ 0 w 52"/>
                <a:gd name="T11" fmla="*/ 38 h 38"/>
              </a:gdLst>
              <a:ahLst/>
              <a:cxnLst>
                <a:cxn ang="0">
                  <a:pos x="T0" y="T1"/>
                </a:cxn>
                <a:cxn ang="0">
                  <a:pos x="T2" y="T3"/>
                </a:cxn>
                <a:cxn ang="0">
                  <a:pos x="T4" y="T5"/>
                </a:cxn>
                <a:cxn ang="0">
                  <a:pos x="T6" y="T7"/>
                </a:cxn>
                <a:cxn ang="0">
                  <a:pos x="T8" y="T9"/>
                </a:cxn>
                <a:cxn ang="0">
                  <a:pos x="T10" y="T11"/>
                </a:cxn>
              </a:cxnLst>
              <a:rect l="0" t="0" r="r" b="b"/>
              <a:pathLst>
                <a:path w="52" h="38">
                  <a:moveTo>
                    <a:pt x="0" y="38"/>
                  </a:moveTo>
                  <a:lnTo>
                    <a:pt x="0" y="38"/>
                  </a:lnTo>
                  <a:lnTo>
                    <a:pt x="52" y="38"/>
                  </a:lnTo>
                  <a:lnTo>
                    <a:pt x="52" y="0"/>
                  </a:lnTo>
                  <a:lnTo>
                    <a:pt x="0" y="0"/>
                  </a:lnTo>
                  <a:lnTo>
                    <a:pt x="0" y="38"/>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49" name="Freeform 24">
              <a:extLst>
                <a:ext uri="{FF2B5EF4-FFF2-40B4-BE49-F238E27FC236}">
                  <a16:creationId xmlns:a16="http://schemas.microsoft.com/office/drawing/2014/main" id="{3660802D-D8CA-E921-FE3C-5B0423AF7498}"/>
                </a:ext>
              </a:extLst>
            </p:cNvPr>
            <p:cNvSpPr>
              <a:spLocks noEditPoints="1"/>
            </p:cNvSpPr>
            <p:nvPr/>
          </p:nvSpPr>
          <p:spPr bwMode="auto">
            <a:xfrm>
              <a:off x="8356274" y="2063226"/>
              <a:ext cx="302947" cy="197115"/>
            </a:xfrm>
            <a:custGeom>
              <a:avLst/>
              <a:gdLst>
                <a:gd name="T0" fmla="*/ 135 w 307"/>
                <a:gd name="T1" fmla="*/ 183 h 200"/>
                <a:gd name="T2" fmla="*/ 135 w 307"/>
                <a:gd name="T3" fmla="*/ 183 h 200"/>
                <a:gd name="T4" fmla="*/ 76 w 307"/>
                <a:gd name="T5" fmla="*/ 123 h 200"/>
                <a:gd name="T6" fmla="*/ 76 w 307"/>
                <a:gd name="T7" fmla="*/ 99 h 200"/>
                <a:gd name="T8" fmla="*/ 100 w 307"/>
                <a:gd name="T9" fmla="*/ 99 h 200"/>
                <a:gd name="T10" fmla="*/ 135 w 307"/>
                <a:gd name="T11" fmla="*/ 135 h 200"/>
                <a:gd name="T12" fmla="*/ 198 w 307"/>
                <a:gd name="T13" fmla="*/ 72 h 200"/>
                <a:gd name="T14" fmla="*/ 229 w 307"/>
                <a:gd name="T15" fmla="*/ 41 h 200"/>
                <a:gd name="T16" fmla="*/ 232 w 307"/>
                <a:gd name="T17" fmla="*/ 38 h 200"/>
                <a:gd name="T18" fmla="*/ 235 w 307"/>
                <a:gd name="T19" fmla="*/ 36 h 200"/>
                <a:gd name="T20" fmla="*/ 255 w 307"/>
                <a:gd name="T21" fmla="*/ 33 h 200"/>
                <a:gd name="T22" fmla="*/ 259 w 307"/>
                <a:gd name="T23" fmla="*/ 36 h 200"/>
                <a:gd name="T24" fmla="*/ 261 w 307"/>
                <a:gd name="T25" fmla="*/ 38 h 200"/>
                <a:gd name="T26" fmla="*/ 259 w 307"/>
                <a:gd name="T27" fmla="*/ 60 h 200"/>
                <a:gd name="T28" fmla="*/ 255 w 307"/>
                <a:gd name="T29" fmla="*/ 64 h 200"/>
                <a:gd name="T30" fmla="*/ 246 w 307"/>
                <a:gd name="T31" fmla="*/ 72 h 200"/>
                <a:gd name="T32" fmla="*/ 135 w 307"/>
                <a:gd name="T33" fmla="*/ 183 h 200"/>
                <a:gd name="T34" fmla="*/ 289 w 307"/>
                <a:gd name="T35" fmla="*/ 0 h 200"/>
                <a:gd name="T36" fmla="*/ 289 w 307"/>
                <a:gd name="T37" fmla="*/ 0 h 200"/>
                <a:gd name="T38" fmla="*/ 272 w 307"/>
                <a:gd name="T39" fmla="*/ 0 h 200"/>
                <a:gd name="T40" fmla="*/ 0 w 307"/>
                <a:gd name="T41" fmla="*/ 0 h 200"/>
                <a:gd name="T42" fmla="*/ 0 w 307"/>
                <a:gd name="T43" fmla="*/ 0 h 200"/>
                <a:gd name="T44" fmla="*/ 0 w 307"/>
                <a:gd name="T45" fmla="*/ 38 h 200"/>
                <a:gd name="T46" fmla="*/ 0 w 307"/>
                <a:gd name="T47" fmla="*/ 41 h 200"/>
                <a:gd name="T48" fmla="*/ 0 w 307"/>
                <a:gd name="T49" fmla="*/ 72 h 200"/>
                <a:gd name="T50" fmla="*/ 0 w 307"/>
                <a:gd name="T51" fmla="*/ 200 h 200"/>
                <a:gd name="T52" fmla="*/ 255 w 307"/>
                <a:gd name="T53" fmla="*/ 200 h 200"/>
                <a:gd name="T54" fmla="*/ 272 w 307"/>
                <a:gd name="T55" fmla="*/ 200 h 200"/>
                <a:gd name="T56" fmla="*/ 289 w 307"/>
                <a:gd name="T57" fmla="*/ 200 h 200"/>
                <a:gd name="T58" fmla="*/ 307 w 307"/>
                <a:gd name="T59" fmla="*/ 200 h 200"/>
                <a:gd name="T60" fmla="*/ 307 w 307"/>
                <a:gd name="T61" fmla="*/ 0 h 200"/>
                <a:gd name="T62" fmla="*/ 289 w 307"/>
                <a:gd name="T63" fmla="*/ 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07" h="200">
                  <a:moveTo>
                    <a:pt x="135" y="183"/>
                  </a:moveTo>
                  <a:lnTo>
                    <a:pt x="135" y="183"/>
                  </a:lnTo>
                  <a:lnTo>
                    <a:pt x="76" y="123"/>
                  </a:lnTo>
                  <a:cubicBezTo>
                    <a:pt x="69" y="116"/>
                    <a:pt x="69" y="105"/>
                    <a:pt x="76" y="99"/>
                  </a:cubicBezTo>
                  <a:cubicBezTo>
                    <a:pt x="82" y="92"/>
                    <a:pt x="93" y="92"/>
                    <a:pt x="100" y="99"/>
                  </a:cubicBezTo>
                  <a:lnTo>
                    <a:pt x="135" y="135"/>
                  </a:lnTo>
                  <a:lnTo>
                    <a:pt x="198" y="72"/>
                  </a:lnTo>
                  <a:lnTo>
                    <a:pt x="229" y="41"/>
                  </a:lnTo>
                  <a:lnTo>
                    <a:pt x="232" y="38"/>
                  </a:lnTo>
                  <a:lnTo>
                    <a:pt x="235" y="36"/>
                  </a:lnTo>
                  <a:cubicBezTo>
                    <a:pt x="240" y="30"/>
                    <a:pt x="248" y="29"/>
                    <a:pt x="255" y="33"/>
                  </a:cubicBezTo>
                  <a:cubicBezTo>
                    <a:pt x="256" y="33"/>
                    <a:pt x="257" y="34"/>
                    <a:pt x="259" y="36"/>
                  </a:cubicBezTo>
                  <a:cubicBezTo>
                    <a:pt x="259" y="36"/>
                    <a:pt x="260" y="37"/>
                    <a:pt x="261" y="38"/>
                  </a:cubicBezTo>
                  <a:cubicBezTo>
                    <a:pt x="265" y="45"/>
                    <a:pt x="265" y="54"/>
                    <a:pt x="259" y="60"/>
                  </a:cubicBezTo>
                  <a:lnTo>
                    <a:pt x="255" y="64"/>
                  </a:lnTo>
                  <a:lnTo>
                    <a:pt x="246" y="72"/>
                  </a:lnTo>
                  <a:lnTo>
                    <a:pt x="135" y="183"/>
                  </a:lnTo>
                  <a:close/>
                  <a:moveTo>
                    <a:pt x="289" y="0"/>
                  </a:moveTo>
                  <a:lnTo>
                    <a:pt x="289" y="0"/>
                  </a:lnTo>
                  <a:lnTo>
                    <a:pt x="272" y="0"/>
                  </a:lnTo>
                  <a:lnTo>
                    <a:pt x="0" y="0"/>
                  </a:lnTo>
                  <a:lnTo>
                    <a:pt x="0" y="0"/>
                  </a:lnTo>
                  <a:lnTo>
                    <a:pt x="0" y="38"/>
                  </a:lnTo>
                  <a:lnTo>
                    <a:pt x="0" y="41"/>
                  </a:lnTo>
                  <a:lnTo>
                    <a:pt x="0" y="72"/>
                  </a:lnTo>
                  <a:lnTo>
                    <a:pt x="0" y="200"/>
                  </a:lnTo>
                  <a:lnTo>
                    <a:pt x="255" y="200"/>
                  </a:lnTo>
                  <a:lnTo>
                    <a:pt x="272" y="200"/>
                  </a:lnTo>
                  <a:lnTo>
                    <a:pt x="289" y="200"/>
                  </a:lnTo>
                  <a:lnTo>
                    <a:pt x="307" y="200"/>
                  </a:lnTo>
                  <a:lnTo>
                    <a:pt x="307" y="0"/>
                  </a:lnTo>
                  <a:lnTo>
                    <a:pt x="289" y="0"/>
                  </a:lnTo>
                  <a:close/>
                </a:path>
              </a:pathLst>
            </a:custGeom>
            <a:gradFill>
              <a:gsLst>
                <a:gs pos="0">
                  <a:schemeClr val="accent1"/>
                </a:gs>
                <a:gs pos="100000">
                  <a:schemeClr val="accent3"/>
                </a:gs>
              </a:gsLst>
              <a:lin ang="16200000" scaled="1"/>
            </a:gra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sp>
          <p:nvSpPr>
            <p:cNvPr id="50" name="Freeform 25">
              <a:extLst>
                <a:ext uri="{FF2B5EF4-FFF2-40B4-BE49-F238E27FC236}">
                  <a16:creationId xmlns:a16="http://schemas.microsoft.com/office/drawing/2014/main" id="{362C227B-662B-870E-A379-B77C0BE0E1CC}"/>
                </a:ext>
              </a:extLst>
            </p:cNvPr>
            <p:cNvSpPr>
              <a:spLocks/>
            </p:cNvSpPr>
            <p:nvPr/>
          </p:nvSpPr>
          <p:spPr bwMode="auto">
            <a:xfrm>
              <a:off x="8354951" y="1993111"/>
              <a:ext cx="302947" cy="37042"/>
            </a:xfrm>
            <a:custGeom>
              <a:avLst/>
              <a:gdLst>
                <a:gd name="T0" fmla="*/ 0 w 307"/>
                <a:gd name="T1" fmla="*/ 0 h 38"/>
                <a:gd name="T2" fmla="*/ 0 w 307"/>
                <a:gd name="T3" fmla="*/ 0 h 38"/>
                <a:gd name="T4" fmla="*/ 0 w 307"/>
                <a:gd name="T5" fmla="*/ 38 h 38"/>
                <a:gd name="T6" fmla="*/ 14 w 307"/>
                <a:gd name="T7" fmla="*/ 38 h 38"/>
                <a:gd name="T8" fmla="*/ 293 w 307"/>
                <a:gd name="T9" fmla="*/ 38 h 38"/>
                <a:gd name="T10" fmla="*/ 307 w 307"/>
                <a:gd name="T11" fmla="*/ 38 h 38"/>
                <a:gd name="T12" fmla="*/ 307 w 307"/>
                <a:gd name="T13" fmla="*/ 0 h 38"/>
                <a:gd name="T14" fmla="*/ 0 w 307"/>
                <a:gd name="T15" fmla="*/ 0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7" h="38">
                  <a:moveTo>
                    <a:pt x="0" y="0"/>
                  </a:moveTo>
                  <a:lnTo>
                    <a:pt x="0" y="0"/>
                  </a:lnTo>
                  <a:lnTo>
                    <a:pt x="0" y="38"/>
                  </a:lnTo>
                  <a:lnTo>
                    <a:pt x="14" y="38"/>
                  </a:lnTo>
                  <a:lnTo>
                    <a:pt x="293" y="38"/>
                  </a:lnTo>
                  <a:lnTo>
                    <a:pt x="307" y="38"/>
                  </a:lnTo>
                  <a:lnTo>
                    <a:pt x="307" y="0"/>
                  </a:lnTo>
                  <a:lnTo>
                    <a:pt x="0" y="0"/>
                  </a:lnTo>
                  <a:close/>
                </a:path>
              </a:pathLst>
            </a:custGeom>
            <a:solidFill>
              <a:srgbClr val="0078D4"/>
            </a:solidFill>
            <a:ln w="0">
              <a:noFill/>
              <a:prstDash val="solid"/>
              <a:round/>
              <a:headEnd/>
              <a:tailEnd/>
            </a:ln>
          </p:spPr>
          <p:txBody>
            <a:bodyPr vert="horz" wrap="square" lIns="76200" tIns="38100" rIns="76200" bIns="3810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471" b="0" i="0" u="none" strike="noStrike" kern="1200" cap="none" spc="0" normalizeH="0" baseline="0" noProof="0">
                <a:ln>
                  <a:noFill/>
                </a:ln>
                <a:solidFill>
                  <a:srgbClr val="080808"/>
                </a:solidFill>
                <a:effectLst/>
                <a:uLnTx/>
                <a:uFillTx/>
                <a:latin typeface="Segoe UI"/>
                <a:ea typeface="+mn-ea"/>
                <a:cs typeface="+mn-cs"/>
              </a:endParaRPr>
            </a:p>
          </p:txBody>
        </p:sp>
      </p:grpSp>
      <p:sp>
        <p:nvSpPr>
          <p:cNvPr id="52" name="TextBox 51">
            <a:extLst>
              <a:ext uri="{FF2B5EF4-FFF2-40B4-BE49-F238E27FC236}">
                <a16:creationId xmlns:a16="http://schemas.microsoft.com/office/drawing/2014/main" id="{D6BAAE47-DFCB-E619-1450-D8CF8496F7FB}"/>
              </a:ext>
            </a:extLst>
          </p:cNvPr>
          <p:cNvSpPr txBox="1"/>
          <p:nvPr/>
        </p:nvSpPr>
        <p:spPr>
          <a:xfrm>
            <a:off x="8128468" y="1713046"/>
            <a:ext cx="2082322" cy="424732"/>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I’ll know this </a:t>
            </a:r>
            <a:b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br>
            <a:r>
              <a:rPr kumimoji="0" lang="en-US" sz="1200" b="0" i="0" u="none" strike="noStrike" kern="1200" cap="none" spc="0" normalizeH="0" baseline="0" noProof="0">
                <a:ln>
                  <a:noFill/>
                </a:ln>
                <a:solidFill>
                  <a:srgbClr val="080808"/>
                </a:solidFill>
                <a:effectLst/>
                <a:uLnTx/>
                <a:uFillTx/>
                <a:latin typeface="Segoe UI Semibold"/>
                <a:ea typeface="+mn-ea"/>
                <a:cs typeface="Segoe UI" panose="020B0502040204020203" pitchFamily="34" charset="0"/>
              </a:rPr>
              <a:t>is successful when…</a:t>
            </a:r>
          </a:p>
        </p:txBody>
      </p:sp>
      <p:sp>
        <p:nvSpPr>
          <p:cNvPr id="45" name="Rectangle: Rounded Corners 44">
            <a:extLst>
              <a:ext uri="{FF2B5EF4-FFF2-40B4-BE49-F238E27FC236}">
                <a16:creationId xmlns:a16="http://schemas.microsoft.com/office/drawing/2014/main" id="{60F2A087-F5EA-1EF0-0AD6-502A6A6C823B}"/>
              </a:ext>
              <a:ext uri="{C183D7F6-B498-43B3-948B-1728B52AA6E4}">
                <adec:decorative xmlns:adec="http://schemas.microsoft.com/office/drawing/2017/decorative" val="0"/>
              </a:ext>
            </a:extLst>
          </p:cNvPr>
          <p:cNvSpPr/>
          <p:nvPr/>
        </p:nvSpPr>
        <p:spPr bwMode="auto">
          <a:xfrm>
            <a:off x="8208209" y="2166489"/>
            <a:ext cx="3109096" cy="1038751"/>
          </a:xfrm>
          <a:prstGeom prst="roundRect">
            <a:avLst>
              <a:gd name="adj" fmla="val 4085"/>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(Solutions success measure)</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Insert Text Here describing what successful job completion looks like </a:t>
            </a: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2" name="TextBox 1">
            <a:extLst>
              <a:ext uri="{FF2B5EF4-FFF2-40B4-BE49-F238E27FC236}">
                <a16:creationId xmlns:a16="http://schemas.microsoft.com/office/drawing/2014/main" id="{D6B4E39A-320B-8E76-4428-0A4CA497A654}"/>
              </a:ext>
            </a:extLst>
          </p:cNvPr>
          <p:cNvSpPr txBox="1"/>
          <p:nvPr/>
        </p:nvSpPr>
        <p:spPr>
          <a:xfrm>
            <a:off x="8141564" y="3363759"/>
            <a:ext cx="3370112" cy="549381"/>
          </a:xfrm>
          <a:prstGeom prst="rect">
            <a:avLst/>
          </a:prstGeom>
          <a:noFill/>
        </p:spPr>
        <p:txBody>
          <a:bodyPr wrap="square">
            <a:spAutoFit/>
          </a:bodyPr>
          <a:lstStyle/>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80808"/>
                </a:solidFill>
                <a:effectLst/>
                <a:uLnTx/>
                <a:uFillTx/>
                <a:latin typeface="Segoe UI Semibold"/>
                <a:ea typeface="+mn-ea"/>
                <a:cs typeface="Segoe UI" panose="020B0502040204020203" pitchFamily="34" charset="0"/>
              </a:rPr>
              <a:t>The value Copilot Chat provided me in completing this job</a:t>
            </a:r>
          </a:p>
          <a:p>
            <a:pPr marL="0" marR="0" lvl="0" indent="0" algn="l" defTabSz="914102" rtl="0" eaLnBrk="1" fontAlgn="base" latinLnBrk="0" hangingPunct="1">
              <a:lnSpc>
                <a:spcPct val="9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080808"/>
                </a:solidFill>
                <a:effectLst/>
                <a:uLnTx/>
                <a:uFillTx/>
                <a:latin typeface="Segoe UI Semibold"/>
                <a:ea typeface="+mn-ea"/>
                <a:cs typeface="Segoe UI" panose="020B0502040204020203" pitchFamily="34" charset="0"/>
              </a:rPr>
              <a:t>(Functional, Emotional, Social)</a:t>
            </a:r>
          </a:p>
        </p:txBody>
      </p:sp>
      <p:sp>
        <p:nvSpPr>
          <p:cNvPr id="4" name="Rectangle: Rounded Corners 3">
            <a:extLst>
              <a:ext uri="{FF2B5EF4-FFF2-40B4-BE49-F238E27FC236}">
                <a16:creationId xmlns:a16="http://schemas.microsoft.com/office/drawing/2014/main" id="{80027864-93A4-87A6-4FCA-482C63A8DE6B}"/>
              </a:ext>
              <a:ext uri="{C183D7F6-B498-43B3-948B-1728B52AA6E4}">
                <adec:decorative xmlns:adec="http://schemas.microsoft.com/office/drawing/2017/decorative" val="0"/>
              </a:ext>
            </a:extLst>
          </p:cNvPr>
          <p:cNvSpPr/>
          <p:nvPr/>
        </p:nvSpPr>
        <p:spPr bwMode="auto">
          <a:xfrm>
            <a:off x="8216296" y="3848241"/>
            <a:ext cx="3209616" cy="1569786"/>
          </a:xfrm>
          <a:prstGeom prst="roundRect">
            <a:avLst>
              <a:gd name="adj" fmla="val 4085"/>
            </a:avLst>
          </a:prstGeom>
          <a:solidFill>
            <a:schemeClr val="bg1"/>
          </a:solidFill>
          <a:ln w="9525">
            <a:noFill/>
            <a:headEnd type="none" w="med" len="med"/>
            <a:tailEnd type="none" w="med" len="med"/>
          </a:ln>
          <a:effectLst>
            <a:outerShdw blurRad="228600" dist="38100" dir="2700026" rotWithShape="0">
              <a:scrgbClr r="0" g="0" b="0">
                <a:alpha val="9000"/>
              </a:scrgbClr>
            </a:outerShdw>
          </a:effectLst>
          <a:extLst>
            <a:ext uri="{53640926-AAD7-44D8-BBD7-CCE9431645EC}">
              <a14:shadowObscured xmlns:a14="http://schemas.microsoft.com/office/drawing/2010/main"/>
            </a:ext>
          </a:ex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137160" bIns="9144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(Value associated with copilot's help)</a:t>
            </a:r>
          </a:p>
          <a:p>
            <a:pPr marL="0" marR="0" lvl="0" indent="0" algn="l" defTabSz="914400" rtl="0" eaLnBrk="1" fontAlgn="auto" latinLnBrk="0" hangingPunct="1">
              <a:lnSpc>
                <a:spcPct val="100000"/>
              </a:lnSpc>
              <a:spcBef>
                <a:spcPts val="600"/>
              </a:spcBef>
              <a:spcAft>
                <a:spcPts val="0"/>
              </a:spcAft>
              <a:buClrTx/>
              <a:buSzPct val="100000"/>
              <a:buFontTx/>
              <a:buNone/>
              <a:tabLst/>
              <a:defRPr/>
            </a:pP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Value could be functional (</a:t>
            </a:r>
            <a:r>
              <a:rPr kumimoji="0" lang="en-US" sz="1100" b="0" i="0" u="none" strike="noStrike" kern="1200" cap="none" spc="0" normalizeH="0" baseline="0" noProof="0" err="1">
                <a:ln>
                  <a:noFill/>
                </a:ln>
                <a:solidFill>
                  <a:srgbClr val="000000"/>
                </a:solidFill>
                <a:effectLst/>
                <a:uLnTx/>
                <a:uFillTx/>
                <a:latin typeface="Segoe UI" panose="020B0502040204020203" pitchFamily="34" charset="0"/>
                <a:ea typeface="+mn-ea"/>
                <a:cs typeface="+mn-cs"/>
              </a:rPr>
              <a:t>e,g</a:t>
            </a: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 save time, increase quality, reduce risk </a:t>
            </a:r>
            <a:r>
              <a:rPr kumimoji="0" lang="en-US" sz="1100" b="0" i="0" u="none" strike="noStrike" kern="1200" cap="none" spc="0" normalizeH="0" baseline="0" noProof="0" err="1">
                <a:ln>
                  <a:noFill/>
                </a:ln>
                <a:solidFill>
                  <a:srgbClr val="000000"/>
                </a:solidFill>
                <a:effectLst/>
                <a:uLnTx/>
                <a:uFillTx/>
                <a:latin typeface="Segoe UI" panose="020B0502040204020203" pitchFamily="34" charset="0"/>
                <a:ea typeface="+mn-ea"/>
                <a:cs typeface="+mn-cs"/>
              </a:rPr>
              <a:t>etc</a:t>
            </a: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 emotional (</a:t>
            </a:r>
            <a:r>
              <a:rPr kumimoji="0" lang="en-US" sz="1100" b="0" i="0" u="none" strike="noStrike" kern="1200" cap="none" spc="0" normalizeH="0" baseline="0" noProof="0" err="1">
                <a:ln>
                  <a:noFill/>
                </a:ln>
                <a:solidFill>
                  <a:srgbClr val="000000"/>
                </a:solidFill>
                <a:effectLst/>
                <a:uLnTx/>
                <a:uFillTx/>
                <a:latin typeface="Segoe UI" panose="020B0502040204020203" pitchFamily="34" charset="0"/>
                <a:ea typeface="+mn-ea"/>
                <a:cs typeface="+mn-cs"/>
              </a:rPr>
              <a:t>e.g</a:t>
            </a:r>
            <a:r>
              <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mn-cs"/>
              </a:rPr>
              <a:t> how successful job completion made you feel), social (how others may perceive your value from successfully completing the job)</a:t>
            </a: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a:p>
            <a:pPr marL="171450" marR="0" lvl="0" indent="-171450" algn="l" defTabSz="914400" rtl="0" eaLnBrk="1" fontAlgn="auto" latinLnBrk="0" hangingPunct="1">
              <a:lnSpc>
                <a:spcPct val="100000"/>
              </a:lnSpc>
              <a:spcBef>
                <a:spcPts val="600"/>
              </a:spcBef>
              <a:spcAft>
                <a:spcPts val="0"/>
              </a:spcAft>
              <a:buClrTx/>
              <a:buSzPct val="100000"/>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600"/>
              </a:spcBef>
              <a:spcAft>
                <a:spcPts val="0"/>
              </a:spcAft>
              <a:buClrTx/>
              <a:buSzPct val="100000"/>
              <a:buFontTx/>
              <a:buNone/>
              <a:tabLst/>
              <a:defRPr/>
            </a:pPr>
            <a:endParaRPr kumimoji="0" lang="en-US" sz="1100" b="0" i="0" u="none" strike="noStrike" kern="1200" cap="none" spc="0" normalizeH="0" baseline="0" noProof="0">
              <a:ln>
                <a:noFill/>
              </a:ln>
              <a:solidFill>
                <a:srgbClr val="000000"/>
              </a:solidFill>
              <a:effectLst/>
              <a:uLnTx/>
              <a:uFillTx/>
              <a:latin typeface="Segoe UI" panose="020B0502040204020203" pitchFamily="34" charset="0"/>
              <a:ea typeface="+mn-ea"/>
              <a:cs typeface="+mn-cs"/>
            </a:endParaRPr>
          </a:p>
        </p:txBody>
      </p:sp>
      <p:sp>
        <p:nvSpPr>
          <p:cNvPr id="29" name="!!Header1">
            <a:extLst>
              <a:ext uri="{FF2B5EF4-FFF2-40B4-BE49-F238E27FC236}">
                <a16:creationId xmlns:a16="http://schemas.microsoft.com/office/drawing/2014/main" id="{B39B16F0-F566-4115-FFAA-7B24FA04F1FD}"/>
              </a:ext>
            </a:extLst>
          </p:cNvPr>
          <p:cNvSpPr/>
          <p:nvPr/>
        </p:nvSpPr>
        <p:spPr bwMode="auto">
          <a:xfrm>
            <a:off x="731925" y="61652"/>
            <a:ext cx="10756723" cy="440721"/>
          </a:xfrm>
          <a:prstGeom prst="roundRect">
            <a:avLst>
              <a:gd name="adj" fmla="val 29634"/>
            </a:avLst>
          </a:prstGeom>
          <a:gradFill flip="none" rotWithShape="1">
            <a:gsLst>
              <a:gs pos="0">
                <a:schemeClr val="accent1"/>
              </a:gs>
              <a:gs pos="100000">
                <a:schemeClr val="accent2"/>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102" fontAlgn="base">
              <a:spcBef>
                <a:spcPts val="600"/>
              </a:spcBef>
              <a:spcAft>
                <a:spcPct val="0"/>
              </a:spcAft>
              <a:defRPr/>
            </a:pPr>
            <a:r>
              <a:rPr lang="en-US" b="1" dirty="0">
                <a:solidFill>
                  <a:schemeClr val="bg1"/>
                </a:solidFill>
                <a:latin typeface="+mj-lt"/>
                <a:cs typeface="Segoe UI" panose="020B0502040204020203" pitchFamily="34" charset="0"/>
              </a:rPr>
              <a:t>Identify the role, the task, and how Copilot could simplify or support the work.</a:t>
            </a:r>
          </a:p>
        </p:txBody>
      </p:sp>
    </p:spTree>
    <p:extLst>
      <p:ext uri="{BB962C8B-B14F-4D97-AF65-F5344CB8AC3E}">
        <p14:creationId xmlns:p14="http://schemas.microsoft.com/office/powerpoint/2010/main" val="337662314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Group 70">
            <a:extLst>
              <a:ext uri="{FF2B5EF4-FFF2-40B4-BE49-F238E27FC236}">
                <a16:creationId xmlns:a16="http://schemas.microsoft.com/office/drawing/2014/main" id="{0325EA37-FFE4-E087-8E03-B344949B2350}"/>
              </a:ext>
              <a:ext uri="{C183D7F6-B498-43B3-948B-1728B52AA6E4}">
                <adec:decorative xmlns:adec="http://schemas.microsoft.com/office/drawing/2017/decorative" val="1"/>
              </a:ext>
            </a:extLst>
          </p:cNvPr>
          <p:cNvGrpSpPr/>
          <p:nvPr/>
        </p:nvGrpSpPr>
        <p:grpSpPr>
          <a:xfrm>
            <a:off x="0" y="2055554"/>
            <a:ext cx="12188952" cy="4713514"/>
            <a:chOff x="0" y="1672999"/>
            <a:chExt cx="12188952" cy="4713514"/>
          </a:xfrm>
        </p:grpSpPr>
        <p:sp>
          <p:nvSpPr>
            <p:cNvPr id="72" name="Rectangle: Rounded Corners 6">
              <a:extLst>
                <a:ext uri="{FF2B5EF4-FFF2-40B4-BE49-F238E27FC236}">
                  <a16:creationId xmlns:a16="http://schemas.microsoft.com/office/drawing/2014/main" id="{28460C1A-A9CF-1749-EDCC-9AE7EFB846C0}"/>
                </a:ext>
                <a:ext uri="{C183D7F6-B498-43B3-948B-1728B52AA6E4}">
                  <adec:decorative xmlns:adec="http://schemas.microsoft.com/office/drawing/2017/decorative" val="1"/>
                </a:ext>
              </a:extLst>
            </p:cNvPr>
            <p:cNvSpPr>
              <a:spLocks/>
            </p:cNvSpPr>
            <p:nvPr/>
          </p:nvSpPr>
          <p:spPr bwMode="auto">
            <a:xfrm>
              <a:off x="588263" y="1715723"/>
              <a:ext cx="3315412" cy="2097087"/>
            </a:xfrm>
            <a:prstGeom prst="round2SameRect">
              <a:avLst>
                <a:gd name="adj1" fmla="val 0"/>
                <a:gd name="adj2" fmla="val 7267"/>
              </a:avLst>
            </a:prstGeom>
            <a:solidFill>
              <a:schemeClr val="bg1">
                <a:alpha val="73444"/>
              </a:schemeClr>
            </a:solidFill>
            <a:ln w="12700">
              <a:solidFill>
                <a:schemeClr val="bg1"/>
              </a:solid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76" name="Rectangle: Rounded Corners 6">
              <a:extLst>
                <a:ext uri="{FF2B5EF4-FFF2-40B4-BE49-F238E27FC236}">
                  <a16:creationId xmlns:a16="http://schemas.microsoft.com/office/drawing/2014/main" id="{ACC14BA4-8A96-891D-220F-16DA4AE9C5F0}"/>
                </a:ext>
                <a:ext uri="{C183D7F6-B498-43B3-948B-1728B52AA6E4}">
                  <adec:decorative xmlns:adec="http://schemas.microsoft.com/office/drawing/2017/decorative" val="1"/>
                </a:ext>
              </a:extLst>
            </p:cNvPr>
            <p:cNvSpPr>
              <a:spLocks/>
            </p:cNvSpPr>
            <p:nvPr/>
          </p:nvSpPr>
          <p:spPr bwMode="auto">
            <a:xfrm>
              <a:off x="4323378" y="1715723"/>
              <a:ext cx="3315412" cy="2097087"/>
            </a:xfrm>
            <a:prstGeom prst="round2SameRect">
              <a:avLst>
                <a:gd name="adj1" fmla="val 0"/>
                <a:gd name="adj2" fmla="val 7267"/>
              </a:avLst>
            </a:prstGeom>
            <a:solidFill>
              <a:schemeClr val="bg1">
                <a:alpha val="73444"/>
              </a:schemeClr>
            </a:solidFill>
            <a:ln w="12700">
              <a:solidFill>
                <a:schemeClr val="bg1"/>
              </a:solid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77" name="Rectangle: Rounded Corners 6">
              <a:extLst>
                <a:ext uri="{FF2B5EF4-FFF2-40B4-BE49-F238E27FC236}">
                  <a16:creationId xmlns:a16="http://schemas.microsoft.com/office/drawing/2014/main" id="{8BBD970A-ABFB-0041-33D3-D7AEB894F1E5}"/>
                </a:ext>
                <a:ext uri="{C183D7F6-B498-43B3-948B-1728B52AA6E4}">
                  <adec:decorative xmlns:adec="http://schemas.microsoft.com/office/drawing/2017/decorative" val="1"/>
                </a:ext>
              </a:extLst>
            </p:cNvPr>
            <p:cNvSpPr>
              <a:spLocks/>
            </p:cNvSpPr>
            <p:nvPr/>
          </p:nvSpPr>
          <p:spPr bwMode="auto">
            <a:xfrm>
              <a:off x="8062557" y="1687513"/>
              <a:ext cx="3315412" cy="2097087"/>
            </a:xfrm>
            <a:prstGeom prst="round2SameRect">
              <a:avLst>
                <a:gd name="adj1" fmla="val 0"/>
                <a:gd name="adj2" fmla="val 7267"/>
              </a:avLst>
            </a:prstGeom>
            <a:solidFill>
              <a:schemeClr val="bg1">
                <a:alpha val="73444"/>
              </a:schemeClr>
            </a:solidFill>
            <a:ln w="12700">
              <a:solidFill>
                <a:schemeClr val="bg1"/>
              </a:solid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78" name="Rectangle: Rounded Corners 3">
              <a:extLst>
                <a:ext uri="{FF2B5EF4-FFF2-40B4-BE49-F238E27FC236}">
                  <a16:creationId xmlns:a16="http://schemas.microsoft.com/office/drawing/2014/main" id="{D9E45868-D8C2-D04F-30AE-56A79C96FB78}"/>
                </a:ext>
                <a:ext uri="{C183D7F6-B498-43B3-948B-1728B52AA6E4}">
                  <adec:decorative xmlns:adec="http://schemas.microsoft.com/office/drawing/2017/decorative" val="1"/>
                </a:ext>
              </a:extLst>
            </p:cNvPr>
            <p:cNvSpPr/>
            <p:nvPr/>
          </p:nvSpPr>
          <p:spPr bwMode="auto">
            <a:xfrm>
              <a:off x="0" y="1672999"/>
              <a:ext cx="12188952" cy="45719"/>
            </a:xfrm>
            <a:prstGeom prst="roundRect">
              <a:avLst>
                <a:gd name="adj" fmla="val 11366"/>
              </a:avLst>
            </a:prstGeom>
            <a:gradFill flip="none" rotWithShape="1">
              <a:gsLst>
                <a:gs pos="0">
                  <a:srgbClr val="0F6CBD"/>
                </a:gs>
                <a:gs pos="100000">
                  <a:srgbClr val="9F51DE"/>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gradFill>
                  <a:gsLst>
                    <a:gs pos="0">
                      <a:srgbClr val="FFFFFF"/>
                    </a:gs>
                    <a:gs pos="100000">
                      <a:srgbClr val="FFFFFF"/>
                    </a:gs>
                  </a:gsLst>
                  <a:lin ang="5400000" scaled="0"/>
                </a:gradFill>
                <a:effectLst/>
                <a:uLnTx/>
                <a:uFillTx/>
                <a:latin typeface="Segoe UI Semibold"/>
                <a:ea typeface="+mn-ea"/>
                <a:cs typeface="Segoe UI" pitchFamily="34" charset="0"/>
              </a:endParaRPr>
            </a:p>
          </p:txBody>
        </p:sp>
        <p:sp>
          <p:nvSpPr>
            <p:cNvPr id="82" name="Rectangle: Rounded Corners 6">
              <a:extLst>
                <a:ext uri="{FF2B5EF4-FFF2-40B4-BE49-F238E27FC236}">
                  <a16:creationId xmlns:a16="http://schemas.microsoft.com/office/drawing/2014/main" id="{615E2E66-7956-160F-2B00-1F1C1AD23646}"/>
                </a:ext>
                <a:ext uri="{C183D7F6-B498-43B3-948B-1728B52AA6E4}">
                  <adec:decorative xmlns:adec="http://schemas.microsoft.com/office/drawing/2017/decorative" val="1"/>
                </a:ext>
              </a:extLst>
            </p:cNvPr>
            <p:cNvSpPr>
              <a:spLocks/>
            </p:cNvSpPr>
            <p:nvPr/>
          </p:nvSpPr>
          <p:spPr bwMode="auto">
            <a:xfrm>
              <a:off x="588263" y="4289426"/>
              <a:ext cx="3315412" cy="2097087"/>
            </a:xfrm>
            <a:prstGeom prst="round2SameRect">
              <a:avLst>
                <a:gd name="adj1" fmla="val 0"/>
                <a:gd name="adj2" fmla="val 7267"/>
              </a:avLst>
            </a:prstGeom>
            <a:solidFill>
              <a:schemeClr val="bg1">
                <a:alpha val="73444"/>
              </a:schemeClr>
            </a:solidFill>
            <a:ln w="12700">
              <a:solidFill>
                <a:schemeClr val="bg1"/>
              </a:solid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3" name="Rectangle: Rounded Corners 6">
              <a:extLst>
                <a:ext uri="{FF2B5EF4-FFF2-40B4-BE49-F238E27FC236}">
                  <a16:creationId xmlns:a16="http://schemas.microsoft.com/office/drawing/2014/main" id="{1EE57E0C-CEAE-3425-6EB6-AB19B54C41DF}"/>
                </a:ext>
                <a:ext uri="{C183D7F6-B498-43B3-948B-1728B52AA6E4}">
                  <adec:decorative xmlns:adec="http://schemas.microsoft.com/office/drawing/2017/decorative" val="1"/>
                </a:ext>
              </a:extLst>
            </p:cNvPr>
            <p:cNvSpPr>
              <a:spLocks/>
            </p:cNvSpPr>
            <p:nvPr/>
          </p:nvSpPr>
          <p:spPr bwMode="auto">
            <a:xfrm>
              <a:off x="4323378" y="4289426"/>
              <a:ext cx="3315412" cy="2097087"/>
            </a:xfrm>
            <a:prstGeom prst="round2SameRect">
              <a:avLst>
                <a:gd name="adj1" fmla="val 0"/>
                <a:gd name="adj2" fmla="val 7267"/>
              </a:avLst>
            </a:prstGeom>
            <a:solidFill>
              <a:schemeClr val="bg1">
                <a:alpha val="73444"/>
              </a:schemeClr>
            </a:solidFill>
            <a:ln w="12700">
              <a:solidFill>
                <a:schemeClr val="bg1"/>
              </a:solid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4" name="Rectangle: Rounded Corners 6">
              <a:extLst>
                <a:ext uri="{FF2B5EF4-FFF2-40B4-BE49-F238E27FC236}">
                  <a16:creationId xmlns:a16="http://schemas.microsoft.com/office/drawing/2014/main" id="{E01E9659-40EF-D631-7BB1-062BF98E0078}"/>
                </a:ext>
                <a:ext uri="{C183D7F6-B498-43B3-948B-1728B52AA6E4}">
                  <adec:decorative xmlns:adec="http://schemas.microsoft.com/office/drawing/2017/decorative" val="1"/>
                </a:ext>
              </a:extLst>
            </p:cNvPr>
            <p:cNvSpPr>
              <a:spLocks/>
            </p:cNvSpPr>
            <p:nvPr/>
          </p:nvSpPr>
          <p:spPr bwMode="auto">
            <a:xfrm>
              <a:off x="8062557" y="4289426"/>
              <a:ext cx="3315412" cy="2097087"/>
            </a:xfrm>
            <a:prstGeom prst="round2SameRect">
              <a:avLst>
                <a:gd name="adj1" fmla="val 0"/>
                <a:gd name="adj2" fmla="val 7267"/>
              </a:avLst>
            </a:prstGeom>
            <a:solidFill>
              <a:schemeClr val="bg1">
                <a:alpha val="73444"/>
              </a:schemeClr>
            </a:solidFill>
            <a:ln w="12700">
              <a:solidFill>
                <a:schemeClr val="bg1"/>
              </a:solidFill>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88" name="Rectangle: Rounded Corners 3">
              <a:extLst>
                <a:ext uri="{FF2B5EF4-FFF2-40B4-BE49-F238E27FC236}">
                  <a16:creationId xmlns:a16="http://schemas.microsoft.com/office/drawing/2014/main" id="{8B2DE42A-AD94-C224-F360-F7AB08781CEE}"/>
                </a:ext>
                <a:ext uri="{C183D7F6-B498-43B3-948B-1728B52AA6E4}">
                  <adec:decorative xmlns:adec="http://schemas.microsoft.com/office/drawing/2017/decorative" val="1"/>
                </a:ext>
              </a:extLst>
            </p:cNvPr>
            <p:cNvSpPr/>
            <p:nvPr/>
          </p:nvSpPr>
          <p:spPr bwMode="auto">
            <a:xfrm>
              <a:off x="0" y="4274912"/>
              <a:ext cx="12188952" cy="45719"/>
            </a:xfrm>
            <a:prstGeom prst="roundRect">
              <a:avLst>
                <a:gd name="adj" fmla="val 11366"/>
              </a:avLst>
            </a:prstGeom>
            <a:gradFill flip="none" rotWithShape="1">
              <a:gsLst>
                <a:gs pos="0">
                  <a:srgbClr val="0F6CBD"/>
                </a:gs>
                <a:gs pos="100000">
                  <a:srgbClr val="9F51DE"/>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gradFill>
                  <a:gsLst>
                    <a:gs pos="0">
                      <a:srgbClr val="FFFFFF"/>
                    </a:gs>
                    <a:gs pos="100000">
                      <a:srgbClr val="FFFFFF"/>
                    </a:gs>
                  </a:gsLst>
                  <a:lin ang="5400000" scaled="0"/>
                </a:gradFill>
                <a:effectLst/>
                <a:uLnTx/>
                <a:uFillTx/>
                <a:latin typeface="Segoe UI Semibold"/>
                <a:ea typeface="+mn-ea"/>
                <a:cs typeface="Segoe UI" pitchFamily="34" charset="0"/>
              </a:endParaRPr>
            </a:p>
          </p:txBody>
        </p:sp>
      </p:grpSp>
      <p:sp>
        <p:nvSpPr>
          <p:cNvPr id="9" name="Title 9">
            <a:extLst>
              <a:ext uri="{FF2B5EF4-FFF2-40B4-BE49-F238E27FC236}">
                <a16:creationId xmlns:a16="http://schemas.microsoft.com/office/drawing/2014/main" id="{FEA2A9EB-F81F-2175-A9D3-55EA7DF0AAC3}"/>
              </a:ext>
            </a:extLst>
          </p:cNvPr>
          <p:cNvSpPr>
            <a:spLocks noGrp="1"/>
          </p:cNvSpPr>
          <p:nvPr>
            <p:ph type="title"/>
          </p:nvPr>
        </p:nvSpPr>
        <p:spPr>
          <a:xfrm>
            <a:off x="585216" y="1139302"/>
            <a:ext cx="11018520" cy="492443"/>
          </a:xfrm>
          <a:noFill/>
        </p:spPr>
        <p:txBody>
          <a:bodyPr wrap="square">
            <a:spAutoFit/>
          </a:bodyPr>
          <a:lstStyle/>
          <a:p>
            <a:pPr defTabSz="914400"/>
            <a:r>
              <a:rPr lang="en-US" sz="3200" dirty="0">
                <a:gradFill flip="none" rotWithShape="1">
                  <a:gsLst>
                    <a:gs pos="50000">
                      <a:srgbClr val="8661C5"/>
                    </a:gs>
                    <a:gs pos="0">
                      <a:srgbClr val="3E76D4"/>
                    </a:gs>
                    <a:gs pos="100000">
                      <a:srgbClr val="C73ECC"/>
                    </a:gs>
                  </a:gsLst>
                  <a:lin ang="2700000" scaled="1"/>
                  <a:tileRect/>
                </a:gradFill>
                <a:cs typeface="+mn-cs"/>
              </a:rPr>
              <a:t>&lt;Enter Scenario&gt;</a:t>
            </a:r>
            <a:endParaRPr lang="en-IN" sz="3200" dirty="0">
              <a:gradFill flip="none" rotWithShape="1">
                <a:gsLst>
                  <a:gs pos="50000">
                    <a:srgbClr val="8661C5"/>
                  </a:gs>
                  <a:gs pos="0">
                    <a:srgbClr val="3E76D4"/>
                  </a:gs>
                  <a:gs pos="100000">
                    <a:srgbClr val="C73ECC"/>
                  </a:gs>
                </a:gsLst>
                <a:lin ang="2700000" scaled="1"/>
                <a:tileRect/>
              </a:gradFill>
              <a:cs typeface="+mn-cs"/>
            </a:endParaRPr>
          </a:p>
        </p:txBody>
      </p:sp>
      <p:sp>
        <p:nvSpPr>
          <p:cNvPr id="89" name="TextBox 88">
            <a:extLst>
              <a:ext uri="{FF2B5EF4-FFF2-40B4-BE49-F238E27FC236}">
                <a16:creationId xmlns:a16="http://schemas.microsoft.com/office/drawing/2014/main" id="{C6B92E15-2AE6-F2D8-3737-7858A7A5C373}"/>
              </a:ext>
            </a:extLst>
          </p:cNvPr>
          <p:cNvSpPr txBox="1">
            <a:spLocks/>
          </p:cNvSpPr>
          <p:nvPr/>
        </p:nvSpPr>
        <p:spPr>
          <a:xfrm>
            <a:off x="754898" y="2220923"/>
            <a:ext cx="2982142" cy="215444"/>
          </a:xfrm>
          <a:prstGeom prst="rect">
            <a:avLst/>
          </a:prstGeom>
          <a:noFill/>
        </p:spPr>
        <p:txBody>
          <a:bodyPr wrap="square" lIns="0" tIns="0" rIns="0" bIns="0" anchor="t">
            <a:spAutoFit/>
          </a:bodyPr>
          <a:lstStyle>
            <a:defPPr>
              <a:defRPr lang="en-US"/>
            </a:defPPr>
            <a:lvl1pPr lvl="0" defTabSz="932472" fontAlgn="base">
              <a:spcBef>
                <a:spcPct val="0"/>
              </a:spcBef>
              <a:spcAft>
                <a:spcPct val="0"/>
              </a:spcAft>
              <a:defRPr sz="1600" b="1">
                <a:ea typeface="Segoe UI" pitchFamily="34" charset="0"/>
                <a:cs typeface="Segoe UI" pitchFamily="34" charset="0"/>
              </a:defRPr>
            </a:lvl1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Segoe UI Semibold"/>
                <a:cs typeface="Segoe UI"/>
              </a:rPr>
              <a:t>&lt;Enter task&gt;</a:t>
            </a:r>
          </a:p>
        </p:txBody>
      </p:sp>
      <p:sp>
        <p:nvSpPr>
          <p:cNvPr id="92" name="Text Placeholder 2">
            <a:extLst>
              <a:ext uri="{FF2B5EF4-FFF2-40B4-BE49-F238E27FC236}">
                <a16:creationId xmlns:a16="http://schemas.microsoft.com/office/drawing/2014/main" id="{0926F85C-E1DF-CEF5-3951-41B3CA233C58}"/>
              </a:ext>
            </a:extLst>
          </p:cNvPr>
          <p:cNvSpPr txBox="1">
            <a:spLocks/>
          </p:cNvSpPr>
          <p:nvPr/>
        </p:nvSpPr>
        <p:spPr>
          <a:xfrm>
            <a:off x="754898" y="2471231"/>
            <a:ext cx="2982142" cy="161583"/>
          </a:xfrm>
          <a:prstGeom prst="rect">
            <a:avLst/>
          </a:prstGeom>
        </p:spPr>
        <p:txBody>
          <a:bodyPr vert="horz" wrap="square" lIns="0" tIns="0" rIns="0" bIns="0" rtlCol="0" anchor="t" anchorCtr="0">
            <a:spAutoFit/>
          </a:bodyPr>
          <a:lstStyle>
            <a:lvl1pPr marL="228600" marR="0" indent="-228600" algn="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gradFill>
                  <a:gsLst>
                    <a:gs pos="85263">
                      <a:srgbClr val="D83B01"/>
                    </a:gs>
                    <a:gs pos="58000">
                      <a:srgbClr val="D83B01"/>
                    </a:gs>
                  </a:gsLst>
                  <a:lin ang="18600000" scaled="0"/>
                </a:gra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Pct val="90000"/>
              <a:buFont typeface="Wingdings" panose="05000000000000000000" pitchFamily="2" charset="2"/>
              <a:buNone/>
              <a:tabLst/>
              <a:defRPr/>
            </a:pPr>
            <a:r>
              <a:rPr kumimoji="0" lang="en-US" sz="1050" b="0" i="0" u="none" strike="noStrike" kern="1200" cap="none" spc="0" normalizeH="0" baseline="0" noProof="0">
                <a:ln w="3175">
                  <a:noFill/>
                </a:ln>
                <a:solidFill>
                  <a:prstClr val="black"/>
                </a:solidFill>
                <a:effectLst/>
                <a:uLnTx/>
                <a:uFillTx/>
                <a:latin typeface="Segoe UI"/>
                <a:ea typeface="+mn-ea"/>
                <a:cs typeface="Segoe UI" panose="020B0502040204020203" pitchFamily="34" charset="0"/>
              </a:rPr>
              <a:t>&lt;Enter description&gt;</a:t>
            </a:r>
          </a:p>
        </p:txBody>
      </p:sp>
      <p:sp>
        <p:nvSpPr>
          <p:cNvPr id="133" name="Rectangle: Rounded Corners 6">
            <a:extLst>
              <a:ext uri="{FF2B5EF4-FFF2-40B4-BE49-F238E27FC236}">
                <a16:creationId xmlns:a16="http://schemas.microsoft.com/office/drawing/2014/main" id="{19670769-E397-A1C6-0A40-E01275DE01E8}"/>
              </a:ext>
              <a:ext uri="{C183D7F6-B498-43B3-948B-1728B52AA6E4}">
                <adec:decorative xmlns:adec="http://schemas.microsoft.com/office/drawing/2017/decorative" val="1"/>
              </a:ext>
            </a:extLst>
          </p:cNvPr>
          <p:cNvSpPr/>
          <p:nvPr/>
        </p:nvSpPr>
        <p:spPr bwMode="auto">
          <a:xfrm>
            <a:off x="737209" y="3053770"/>
            <a:ext cx="3017520" cy="1005840"/>
          </a:xfrm>
          <a:prstGeom prst="roundRect">
            <a:avLst>
              <a:gd name="adj" fmla="val 8425"/>
            </a:avLst>
          </a:prstGeom>
          <a:solidFill>
            <a:schemeClr val="bg1"/>
          </a:solidFill>
          <a:ln w="25400">
            <a:gradFill>
              <a:gsLst>
                <a:gs pos="37000">
                  <a:srgbClr val="464FEB"/>
                </a:gs>
                <a:gs pos="69000">
                  <a:srgbClr val="47CFFA"/>
                </a:gs>
                <a:gs pos="91000">
                  <a:srgbClr val="B47CF8"/>
                </a:gs>
              </a:gsLst>
              <a:lin ang="3600000" scaled="0"/>
            </a:gradFill>
          </a:ln>
          <a:effectLst>
            <a:outerShdw blurRad="300618" dist="16429" dir="2700000" algn="tl" rotWithShape="0">
              <a:prstClr val="black">
                <a:alpha val="11839"/>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35" name="Title 1">
            <a:extLst>
              <a:ext uri="{FF2B5EF4-FFF2-40B4-BE49-F238E27FC236}">
                <a16:creationId xmlns:a16="http://schemas.microsoft.com/office/drawing/2014/main" id="{1A970498-421D-3948-377B-9BD3CF19D0FD}"/>
              </a:ext>
            </a:extLst>
          </p:cNvPr>
          <p:cNvSpPr txBox="1">
            <a:spLocks/>
          </p:cNvSpPr>
          <p:nvPr/>
        </p:nvSpPr>
        <p:spPr>
          <a:xfrm>
            <a:off x="878319" y="3478642"/>
            <a:ext cx="2735299" cy="153888"/>
          </a:xfrm>
          <a:prstGeom prst="rect">
            <a:avLst/>
          </a:prstGeom>
        </p:spPr>
        <p:txBody>
          <a:bodyPr vert="horz" wrap="square" lIns="0" tIns="0" rIns="0" bIns="0" rtlCol="0" anchor="ctr">
            <a:spAutoFit/>
          </a:bodyPr>
          <a:lstStyle>
            <a:lvl1pPr algn="l" defTabSz="2402409" rtl="0" eaLnBrk="1" latinLnBrk="0" hangingPunct="1">
              <a:lnSpc>
                <a:spcPct val="100000"/>
              </a:lnSpc>
              <a:spcBef>
                <a:spcPct val="0"/>
              </a:spcBef>
              <a:buNone/>
              <a:defRPr lang="en-US" sz="9272" b="0" kern="1200" cap="none" spc="-129" baseline="0" dirty="0" smtClean="0">
                <a:ln w="3175">
                  <a:noFill/>
                </a:ln>
                <a:solidFill>
                  <a:schemeClr val="tx1"/>
                </a:solidFill>
                <a:effectLst/>
                <a:latin typeface="+mj-lt"/>
                <a:ea typeface="+mn-ea"/>
                <a:cs typeface="Segoe UI" pitchFamily="34" charset="0"/>
              </a:defRPr>
            </a:lvl1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w="3175">
                  <a:noFill/>
                </a:ln>
                <a:solidFill>
                  <a:prstClr val="black"/>
                </a:solidFill>
                <a:effectLst/>
                <a:uLnTx/>
                <a:uFillTx/>
                <a:latin typeface="Segoe UI"/>
                <a:ea typeface="+mn-ea"/>
                <a:cs typeface="Segoe UI" pitchFamily="34" charset="0"/>
              </a:rPr>
              <a:t>&lt;Enter Prompt&gt;</a:t>
            </a:r>
          </a:p>
        </p:txBody>
      </p:sp>
      <p:sp>
        <p:nvSpPr>
          <p:cNvPr id="93" name="TextBox 92">
            <a:extLst>
              <a:ext uri="{FF2B5EF4-FFF2-40B4-BE49-F238E27FC236}">
                <a16:creationId xmlns:a16="http://schemas.microsoft.com/office/drawing/2014/main" id="{1135AA2B-9E09-396E-260A-EE86C415078D}"/>
              </a:ext>
            </a:extLst>
          </p:cNvPr>
          <p:cNvSpPr txBox="1"/>
          <p:nvPr/>
        </p:nvSpPr>
        <p:spPr>
          <a:xfrm>
            <a:off x="4490013" y="2220923"/>
            <a:ext cx="2982142" cy="215444"/>
          </a:xfrm>
          <a:prstGeom prst="rect">
            <a:avLst/>
          </a:prstGeom>
          <a:noFill/>
        </p:spPr>
        <p:txBody>
          <a:bodyPr wrap="square" lIns="0" tIns="0" rIns="0" bIns="0">
            <a:spAutoFit/>
          </a:bodyPr>
          <a:lstStyle>
            <a:defPPr>
              <a:defRPr lang="en-US"/>
            </a:defPPr>
            <a:lvl1pPr lvl="0" defTabSz="932472" fontAlgn="base">
              <a:spcBef>
                <a:spcPct val="0"/>
              </a:spcBef>
              <a:spcAft>
                <a:spcPct val="0"/>
              </a:spcAft>
              <a:defRPr sz="1600" b="1">
                <a:ea typeface="Segoe UI" pitchFamily="34" charset="0"/>
                <a:cs typeface="Segoe UI" pitchFamily="34" charset="0"/>
              </a:defRPr>
            </a:lvl1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Segoe UI Semibold"/>
                <a:cs typeface="Segoe UI"/>
              </a:rPr>
              <a:t>&lt;Enter task&gt;</a:t>
            </a:r>
          </a:p>
        </p:txBody>
      </p:sp>
      <p:sp>
        <p:nvSpPr>
          <p:cNvPr id="94" name="Text Placeholder 2">
            <a:extLst>
              <a:ext uri="{FF2B5EF4-FFF2-40B4-BE49-F238E27FC236}">
                <a16:creationId xmlns:a16="http://schemas.microsoft.com/office/drawing/2014/main" id="{869B798B-AA67-9974-6A43-A09960A3166A}"/>
              </a:ext>
            </a:extLst>
          </p:cNvPr>
          <p:cNvSpPr txBox="1">
            <a:spLocks/>
          </p:cNvSpPr>
          <p:nvPr/>
        </p:nvSpPr>
        <p:spPr>
          <a:xfrm>
            <a:off x="4490013" y="2471231"/>
            <a:ext cx="2982142" cy="161583"/>
          </a:xfrm>
          <a:prstGeom prst="rect">
            <a:avLst/>
          </a:prstGeom>
        </p:spPr>
        <p:txBody>
          <a:bodyPr vert="horz" wrap="square" lIns="0" tIns="0" rIns="0" bIns="0" rtlCol="0" anchor="t" anchorCtr="0">
            <a:spAutoFit/>
          </a:bodyPr>
          <a:lstStyle>
            <a:lvl1pPr marL="228600" marR="0" indent="-228600" algn="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gradFill>
                  <a:gsLst>
                    <a:gs pos="85263">
                      <a:srgbClr val="D83B01"/>
                    </a:gs>
                    <a:gs pos="58000">
                      <a:srgbClr val="D83B01"/>
                    </a:gs>
                  </a:gsLst>
                  <a:lin ang="18600000" scaled="0"/>
                </a:gra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Pct val="90000"/>
              <a:buFont typeface="Wingdings" panose="05000000000000000000" pitchFamily="2" charset="2"/>
              <a:buNone/>
              <a:tabLst/>
              <a:defRPr/>
            </a:pPr>
            <a:r>
              <a:rPr kumimoji="0" lang="en-US" sz="1050" b="0" i="0" u="none" strike="noStrike" kern="1200" cap="none" spc="0" normalizeH="0" baseline="0" noProof="0">
                <a:ln w="3175">
                  <a:noFill/>
                </a:ln>
                <a:solidFill>
                  <a:prstClr val="black"/>
                </a:solidFill>
                <a:effectLst/>
                <a:uLnTx/>
                <a:uFillTx/>
                <a:latin typeface="Segoe UI"/>
                <a:ea typeface="+mn-ea"/>
                <a:cs typeface="Segoe UI" panose="020B0502040204020203" pitchFamily="34" charset="0"/>
              </a:rPr>
              <a:t>&lt;Enter description&gt;</a:t>
            </a:r>
          </a:p>
        </p:txBody>
      </p:sp>
      <p:sp>
        <p:nvSpPr>
          <p:cNvPr id="95" name="Rectangle: Rounded Corners 6">
            <a:extLst>
              <a:ext uri="{FF2B5EF4-FFF2-40B4-BE49-F238E27FC236}">
                <a16:creationId xmlns:a16="http://schemas.microsoft.com/office/drawing/2014/main" id="{3DE592B5-CE4D-713C-4DCE-0A52362939BA}"/>
              </a:ext>
              <a:ext uri="{C183D7F6-B498-43B3-948B-1728B52AA6E4}">
                <adec:decorative xmlns:adec="http://schemas.microsoft.com/office/drawing/2017/decorative" val="1"/>
              </a:ext>
            </a:extLst>
          </p:cNvPr>
          <p:cNvSpPr/>
          <p:nvPr/>
        </p:nvSpPr>
        <p:spPr bwMode="auto">
          <a:xfrm>
            <a:off x="4472324" y="3052666"/>
            <a:ext cx="3017520" cy="1005840"/>
          </a:xfrm>
          <a:prstGeom prst="roundRect">
            <a:avLst>
              <a:gd name="adj" fmla="val 8425"/>
            </a:avLst>
          </a:prstGeom>
          <a:solidFill>
            <a:schemeClr val="bg1"/>
          </a:solidFill>
          <a:ln w="25400">
            <a:gradFill>
              <a:gsLst>
                <a:gs pos="37000">
                  <a:srgbClr val="464FEB"/>
                </a:gs>
                <a:gs pos="69000">
                  <a:srgbClr val="47CFFA"/>
                </a:gs>
                <a:gs pos="91000">
                  <a:srgbClr val="B47CF8"/>
                </a:gs>
              </a:gsLst>
              <a:lin ang="3600000" scaled="0"/>
            </a:gradFill>
          </a:ln>
          <a:effectLst>
            <a:outerShdw blurRad="300618" dist="16429" dir="2700000" algn="tl" rotWithShape="0">
              <a:prstClr val="black">
                <a:alpha val="11839"/>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30" name="Title 1">
            <a:extLst>
              <a:ext uri="{FF2B5EF4-FFF2-40B4-BE49-F238E27FC236}">
                <a16:creationId xmlns:a16="http://schemas.microsoft.com/office/drawing/2014/main" id="{2828C2A4-6846-1220-A4DD-C2C8C26D29D2}"/>
              </a:ext>
            </a:extLst>
          </p:cNvPr>
          <p:cNvSpPr txBox="1">
            <a:spLocks/>
          </p:cNvSpPr>
          <p:nvPr/>
        </p:nvSpPr>
        <p:spPr>
          <a:xfrm>
            <a:off x="4613434" y="3478642"/>
            <a:ext cx="2735299" cy="153888"/>
          </a:xfrm>
          <a:prstGeom prst="rect">
            <a:avLst/>
          </a:prstGeom>
        </p:spPr>
        <p:txBody>
          <a:bodyPr vert="horz" wrap="square" lIns="0" tIns="0" rIns="0" bIns="0" rtlCol="0" anchor="ctr">
            <a:spAutoFit/>
          </a:bodyPr>
          <a:lstStyle>
            <a:lvl1pPr algn="l" defTabSz="2402409" rtl="0" eaLnBrk="1" latinLnBrk="0" hangingPunct="1">
              <a:lnSpc>
                <a:spcPct val="100000"/>
              </a:lnSpc>
              <a:spcBef>
                <a:spcPct val="0"/>
              </a:spcBef>
              <a:buNone/>
              <a:defRPr lang="en-US" sz="9272" b="0" kern="1200" cap="none" spc="-129" baseline="0" dirty="0" smtClean="0">
                <a:ln w="3175">
                  <a:noFill/>
                </a:ln>
                <a:solidFill>
                  <a:schemeClr val="tx1"/>
                </a:solidFill>
                <a:effectLst/>
                <a:latin typeface="+mj-lt"/>
                <a:ea typeface="+mn-ea"/>
                <a:cs typeface="Segoe UI" pitchFamily="34" charset="0"/>
              </a:defRPr>
            </a:lvl1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w="3175">
                  <a:noFill/>
                </a:ln>
                <a:solidFill>
                  <a:prstClr val="black"/>
                </a:solidFill>
                <a:effectLst/>
                <a:uLnTx/>
                <a:uFillTx/>
                <a:latin typeface="Segoe UI"/>
                <a:ea typeface="+mn-ea"/>
                <a:cs typeface="Segoe UI" pitchFamily="34" charset="0"/>
              </a:rPr>
              <a:t>&lt;Enter Prompt&gt;</a:t>
            </a:r>
          </a:p>
        </p:txBody>
      </p:sp>
      <p:sp>
        <p:nvSpPr>
          <p:cNvPr id="96" name="TextBox 95">
            <a:extLst>
              <a:ext uri="{FF2B5EF4-FFF2-40B4-BE49-F238E27FC236}">
                <a16:creationId xmlns:a16="http://schemas.microsoft.com/office/drawing/2014/main" id="{437F58DE-CBD7-8295-7C05-CDB311B41AEC}"/>
              </a:ext>
            </a:extLst>
          </p:cNvPr>
          <p:cNvSpPr txBox="1"/>
          <p:nvPr/>
        </p:nvSpPr>
        <p:spPr>
          <a:xfrm>
            <a:off x="8229191" y="2220923"/>
            <a:ext cx="2982142" cy="215444"/>
          </a:xfrm>
          <a:prstGeom prst="rect">
            <a:avLst/>
          </a:prstGeom>
          <a:noFill/>
        </p:spPr>
        <p:txBody>
          <a:bodyPr wrap="square" lIns="0" tIns="0" rIns="0" bIns="0">
            <a:spAutoFit/>
          </a:bodyPr>
          <a:lstStyle>
            <a:defPPr>
              <a:defRPr lang="en-US"/>
            </a:defPPr>
            <a:lvl1pPr lvl="0" defTabSz="932472" fontAlgn="base">
              <a:spcBef>
                <a:spcPct val="0"/>
              </a:spcBef>
              <a:spcAft>
                <a:spcPct val="0"/>
              </a:spcAft>
              <a:defRPr sz="1600" b="1">
                <a:ea typeface="Segoe UI" pitchFamily="34" charset="0"/>
                <a:cs typeface="Segoe UI" pitchFamily="34" charset="0"/>
              </a:defRPr>
            </a:lvl1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Segoe UI Semibold"/>
                <a:cs typeface="Segoe UI"/>
              </a:rPr>
              <a:t>&lt;Enter task&gt;</a:t>
            </a:r>
          </a:p>
        </p:txBody>
      </p:sp>
      <p:sp>
        <p:nvSpPr>
          <p:cNvPr id="97" name="Text Placeholder 2">
            <a:extLst>
              <a:ext uri="{FF2B5EF4-FFF2-40B4-BE49-F238E27FC236}">
                <a16:creationId xmlns:a16="http://schemas.microsoft.com/office/drawing/2014/main" id="{73AC0F58-3441-E1DD-A89E-36C9D4364EC8}"/>
              </a:ext>
            </a:extLst>
          </p:cNvPr>
          <p:cNvSpPr txBox="1">
            <a:spLocks/>
          </p:cNvSpPr>
          <p:nvPr/>
        </p:nvSpPr>
        <p:spPr>
          <a:xfrm>
            <a:off x="8229191" y="2471231"/>
            <a:ext cx="2982142" cy="161583"/>
          </a:xfrm>
          <a:prstGeom prst="rect">
            <a:avLst/>
          </a:prstGeom>
        </p:spPr>
        <p:txBody>
          <a:bodyPr vert="horz" wrap="square" lIns="0" tIns="0" rIns="0" bIns="0" rtlCol="0" anchor="t" anchorCtr="0">
            <a:spAutoFit/>
          </a:bodyPr>
          <a:lstStyle>
            <a:lvl1pPr marL="228600" marR="0" indent="-228600" algn="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gradFill>
                  <a:gsLst>
                    <a:gs pos="85263">
                      <a:srgbClr val="D83B01"/>
                    </a:gs>
                    <a:gs pos="58000">
                      <a:srgbClr val="D83B01"/>
                    </a:gs>
                  </a:gsLst>
                  <a:lin ang="18600000" scaled="0"/>
                </a:gra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Pct val="90000"/>
              <a:buFont typeface="Wingdings" panose="05000000000000000000" pitchFamily="2" charset="2"/>
              <a:buNone/>
              <a:tabLst/>
              <a:defRPr/>
            </a:pPr>
            <a:r>
              <a:rPr kumimoji="0" lang="en-US" sz="1050" b="0" i="0" u="none" strike="noStrike" kern="1200" cap="none" spc="0" normalizeH="0" baseline="0" noProof="0">
                <a:ln w="3175">
                  <a:noFill/>
                </a:ln>
                <a:solidFill>
                  <a:prstClr val="black"/>
                </a:solidFill>
                <a:effectLst/>
                <a:uLnTx/>
                <a:uFillTx/>
                <a:latin typeface="Segoe UI"/>
                <a:ea typeface="+mn-ea"/>
                <a:cs typeface="Segoe UI" panose="020B0502040204020203" pitchFamily="34" charset="0"/>
              </a:rPr>
              <a:t>&lt;Enter description&gt;</a:t>
            </a:r>
          </a:p>
        </p:txBody>
      </p:sp>
      <p:sp>
        <p:nvSpPr>
          <p:cNvPr id="134" name="Rectangle: Rounded Corners 6">
            <a:extLst>
              <a:ext uri="{FF2B5EF4-FFF2-40B4-BE49-F238E27FC236}">
                <a16:creationId xmlns:a16="http://schemas.microsoft.com/office/drawing/2014/main" id="{68274C50-C2DF-B423-9666-F36D2DF4B913}"/>
              </a:ext>
              <a:ext uri="{C183D7F6-B498-43B3-948B-1728B52AA6E4}">
                <adec:decorative xmlns:adec="http://schemas.microsoft.com/office/drawing/2017/decorative" val="1"/>
              </a:ext>
            </a:extLst>
          </p:cNvPr>
          <p:cNvSpPr/>
          <p:nvPr/>
        </p:nvSpPr>
        <p:spPr bwMode="auto">
          <a:xfrm>
            <a:off x="8211503" y="3052666"/>
            <a:ext cx="3017520" cy="1005840"/>
          </a:xfrm>
          <a:prstGeom prst="roundRect">
            <a:avLst>
              <a:gd name="adj" fmla="val 8425"/>
            </a:avLst>
          </a:prstGeom>
          <a:solidFill>
            <a:schemeClr val="bg1"/>
          </a:solidFill>
          <a:ln w="25400">
            <a:gradFill>
              <a:gsLst>
                <a:gs pos="37000">
                  <a:srgbClr val="464FEB"/>
                </a:gs>
                <a:gs pos="69000">
                  <a:srgbClr val="47CFFA"/>
                </a:gs>
                <a:gs pos="91000">
                  <a:srgbClr val="B47CF8"/>
                </a:gs>
              </a:gsLst>
              <a:lin ang="3600000" scaled="0"/>
            </a:gradFill>
          </a:ln>
          <a:effectLst>
            <a:outerShdw blurRad="300618" dist="16429" dir="2700000" algn="tl" rotWithShape="0">
              <a:prstClr val="black">
                <a:alpha val="11839"/>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36" name="Title 1">
            <a:extLst>
              <a:ext uri="{FF2B5EF4-FFF2-40B4-BE49-F238E27FC236}">
                <a16:creationId xmlns:a16="http://schemas.microsoft.com/office/drawing/2014/main" id="{183E321C-7207-FC2F-69C3-C578FA6FB769}"/>
              </a:ext>
            </a:extLst>
          </p:cNvPr>
          <p:cNvSpPr txBox="1">
            <a:spLocks/>
          </p:cNvSpPr>
          <p:nvPr/>
        </p:nvSpPr>
        <p:spPr>
          <a:xfrm>
            <a:off x="8352613" y="3478642"/>
            <a:ext cx="2735299" cy="153888"/>
          </a:xfrm>
          <a:prstGeom prst="rect">
            <a:avLst/>
          </a:prstGeom>
        </p:spPr>
        <p:txBody>
          <a:bodyPr vert="horz" wrap="square" lIns="0" tIns="0" rIns="0" bIns="0" rtlCol="0" anchor="ctr">
            <a:spAutoFit/>
          </a:bodyPr>
          <a:lstStyle>
            <a:lvl1pPr algn="l" defTabSz="2402409" rtl="0" eaLnBrk="1" latinLnBrk="0" hangingPunct="1">
              <a:lnSpc>
                <a:spcPct val="100000"/>
              </a:lnSpc>
              <a:spcBef>
                <a:spcPct val="0"/>
              </a:spcBef>
              <a:buNone/>
              <a:defRPr lang="en-US" sz="9272" b="0" kern="1200" cap="none" spc="-129" baseline="0" dirty="0" smtClean="0">
                <a:ln w="3175">
                  <a:noFill/>
                </a:ln>
                <a:solidFill>
                  <a:schemeClr val="tx1"/>
                </a:solidFill>
                <a:effectLst/>
                <a:latin typeface="+mj-lt"/>
                <a:ea typeface="+mn-ea"/>
                <a:cs typeface="Segoe UI" pitchFamily="34" charset="0"/>
              </a:defRPr>
            </a:lvl1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w="3175">
                  <a:noFill/>
                </a:ln>
                <a:solidFill>
                  <a:prstClr val="black"/>
                </a:solidFill>
                <a:effectLst/>
                <a:uLnTx/>
                <a:uFillTx/>
                <a:latin typeface="Segoe UI"/>
                <a:ea typeface="+mn-ea"/>
                <a:cs typeface="Segoe UI" pitchFamily="34" charset="0"/>
              </a:rPr>
              <a:t>&lt;Enter Prompt&gt;</a:t>
            </a:r>
          </a:p>
        </p:txBody>
      </p:sp>
      <p:sp>
        <p:nvSpPr>
          <p:cNvPr id="98" name="TextBox 97">
            <a:extLst>
              <a:ext uri="{FF2B5EF4-FFF2-40B4-BE49-F238E27FC236}">
                <a16:creationId xmlns:a16="http://schemas.microsoft.com/office/drawing/2014/main" id="{1C92BC9F-BDB0-3094-9137-0ACF351FFF23}"/>
              </a:ext>
            </a:extLst>
          </p:cNvPr>
          <p:cNvSpPr txBox="1"/>
          <p:nvPr/>
        </p:nvSpPr>
        <p:spPr>
          <a:xfrm>
            <a:off x="754898" y="4822836"/>
            <a:ext cx="2982142" cy="215444"/>
          </a:xfrm>
          <a:prstGeom prst="rect">
            <a:avLst/>
          </a:prstGeom>
          <a:noFill/>
        </p:spPr>
        <p:txBody>
          <a:bodyPr wrap="square" lIns="0" tIns="0" rIns="0" bIns="0">
            <a:spAutoFit/>
          </a:bodyPr>
          <a:lstStyle>
            <a:defPPr>
              <a:defRPr lang="en-US"/>
            </a:defPPr>
            <a:lvl1pPr lvl="0" defTabSz="932472" fontAlgn="base">
              <a:spcBef>
                <a:spcPct val="0"/>
              </a:spcBef>
              <a:spcAft>
                <a:spcPct val="0"/>
              </a:spcAft>
              <a:defRPr sz="1600" b="1">
                <a:ea typeface="Segoe UI" pitchFamily="34" charset="0"/>
                <a:cs typeface="Segoe UI" pitchFamily="34" charset="0"/>
              </a:defRPr>
            </a:lvl1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Segoe UI Semibold"/>
                <a:cs typeface="Segoe UI"/>
              </a:rPr>
              <a:t>&lt;Enter task&gt;</a:t>
            </a:r>
          </a:p>
        </p:txBody>
      </p:sp>
      <p:sp>
        <p:nvSpPr>
          <p:cNvPr id="99" name="Text Placeholder 2">
            <a:extLst>
              <a:ext uri="{FF2B5EF4-FFF2-40B4-BE49-F238E27FC236}">
                <a16:creationId xmlns:a16="http://schemas.microsoft.com/office/drawing/2014/main" id="{267C4CB0-72F1-D43B-6EAC-B951DB242709}"/>
              </a:ext>
            </a:extLst>
          </p:cNvPr>
          <p:cNvSpPr txBox="1">
            <a:spLocks/>
          </p:cNvSpPr>
          <p:nvPr/>
        </p:nvSpPr>
        <p:spPr>
          <a:xfrm>
            <a:off x="754898" y="5073144"/>
            <a:ext cx="2982142" cy="161583"/>
          </a:xfrm>
          <a:prstGeom prst="rect">
            <a:avLst/>
          </a:prstGeom>
        </p:spPr>
        <p:txBody>
          <a:bodyPr vert="horz" wrap="square" lIns="0" tIns="0" rIns="0" bIns="0" rtlCol="0" anchor="t" anchorCtr="0">
            <a:spAutoFit/>
          </a:bodyPr>
          <a:lstStyle>
            <a:lvl1pPr marL="228600" marR="0" indent="-228600" algn="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gradFill>
                  <a:gsLst>
                    <a:gs pos="85263">
                      <a:srgbClr val="D83B01"/>
                    </a:gs>
                    <a:gs pos="58000">
                      <a:srgbClr val="D83B01"/>
                    </a:gs>
                  </a:gsLst>
                  <a:lin ang="18600000" scaled="0"/>
                </a:gra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Pct val="90000"/>
              <a:buFont typeface="Wingdings" panose="05000000000000000000" pitchFamily="2" charset="2"/>
              <a:buNone/>
              <a:tabLst/>
              <a:defRPr/>
            </a:pPr>
            <a:r>
              <a:rPr kumimoji="0" lang="en-US" sz="1050" b="0" i="0" u="none" strike="noStrike" kern="1200" cap="none" spc="0" normalizeH="0" baseline="0" noProof="0">
                <a:ln w="3175">
                  <a:noFill/>
                </a:ln>
                <a:solidFill>
                  <a:prstClr val="black"/>
                </a:solidFill>
                <a:effectLst/>
                <a:uLnTx/>
                <a:uFillTx/>
                <a:latin typeface="Segoe UI"/>
                <a:ea typeface="+mn-ea"/>
                <a:cs typeface="Segoe UI" panose="020B0502040204020203" pitchFamily="34" charset="0"/>
              </a:rPr>
              <a:t>&lt;Enter description&gt;</a:t>
            </a:r>
          </a:p>
        </p:txBody>
      </p:sp>
      <p:sp>
        <p:nvSpPr>
          <p:cNvPr id="100" name="Rectangle: Rounded Corners 6">
            <a:extLst>
              <a:ext uri="{FF2B5EF4-FFF2-40B4-BE49-F238E27FC236}">
                <a16:creationId xmlns:a16="http://schemas.microsoft.com/office/drawing/2014/main" id="{A807B664-816D-9600-A799-5892448E43B5}"/>
              </a:ext>
              <a:ext uri="{C183D7F6-B498-43B3-948B-1728B52AA6E4}">
                <adec:decorative xmlns:adec="http://schemas.microsoft.com/office/drawing/2017/decorative" val="1"/>
              </a:ext>
            </a:extLst>
          </p:cNvPr>
          <p:cNvSpPr/>
          <p:nvPr/>
        </p:nvSpPr>
        <p:spPr bwMode="auto">
          <a:xfrm>
            <a:off x="737209" y="5654842"/>
            <a:ext cx="3017520" cy="1005840"/>
          </a:xfrm>
          <a:prstGeom prst="roundRect">
            <a:avLst>
              <a:gd name="adj" fmla="val 8425"/>
            </a:avLst>
          </a:prstGeom>
          <a:solidFill>
            <a:schemeClr val="bg1"/>
          </a:solidFill>
          <a:ln w="25400">
            <a:gradFill>
              <a:gsLst>
                <a:gs pos="37000">
                  <a:srgbClr val="464FEB"/>
                </a:gs>
                <a:gs pos="69000">
                  <a:srgbClr val="47CFFA"/>
                </a:gs>
                <a:gs pos="91000">
                  <a:srgbClr val="B47CF8"/>
                </a:gs>
              </a:gsLst>
              <a:lin ang="3600000" scaled="0"/>
            </a:gradFill>
          </a:ln>
          <a:effectLst>
            <a:outerShdw blurRad="300618" dist="16429" dir="2700000" algn="tl" rotWithShape="0">
              <a:prstClr val="black">
                <a:alpha val="11839"/>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04" name="Title 1">
            <a:extLst>
              <a:ext uri="{FF2B5EF4-FFF2-40B4-BE49-F238E27FC236}">
                <a16:creationId xmlns:a16="http://schemas.microsoft.com/office/drawing/2014/main" id="{CD433A79-4835-3325-49AF-7DE1A36181BE}"/>
              </a:ext>
            </a:extLst>
          </p:cNvPr>
          <p:cNvSpPr txBox="1">
            <a:spLocks/>
          </p:cNvSpPr>
          <p:nvPr/>
        </p:nvSpPr>
        <p:spPr>
          <a:xfrm>
            <a:off x="878319" y="6080818"/>
            <a:ext cx="2735299" cy="153888"/>
          </a:xfrm>
          <a:prstGeom prst="rect">
            <a:avLst/>
          </a:prstGeom>
        </p:spPr>
        <p:txBody>
          <a:bodyPr vert="horz" wrap="square" lIns="0" tIns="0" rIns="0" bIns="0" rtlCol="0" anchor="ctr">
            <a:spAutoFit/>
          </a:bodyPr>
          <a:lstStyle>
            <a:lvl1pPr algn="l" defTabSz="2402409" rtl="0" eaLnBrk="1" latinLnBrk="0" hangingPunct="1">
              <a:lnSpc>
                <a:spcPct val="100000"/>
              </a:lnSpc>
              <a:spcBef>
                <a:spcPct val="0"/>
              </a:spcBef>
              <a:buNone/>
              <a:defRPr lang="en-US" sz="9272" b="0" kern="1200" cap="none" spc="-129" baseline="0" dirty="0" smtClean="0">
                <a:ln w="3175">
                  <a:noFill/>
                </a:ln>
                <a:solidFill>
                  <a:schemeClr val="tx1"/>
                </a:solidFill>
                <a:effectLst/>
                <a:latin typeface="+mj-lt"/>
                <a:ea typeface="+mn-ea"/>
                <a:cs typeface="Segoe UI" pitchFamily="34" charset="0"/>
              </a:defRPr>
            </a:lvl1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w="3175">
                  <a:noFill/>
                </a:ln>
                <a:solidFill>
                  <a:prstClr val="black"/>
                </a:solidFill>
                <a:effectLst/>
                <a:uLnTx/>
                <a:uFillTx/>
                <a:latin typeface="Segoe UI"/>
                <a:ea typeface="+mn-ea"/>
                <a:cs typeface="Segoe UI" pitchFamily="34" charset="0"/>
              </a:rPr>
              <a:t>&lt;Enter Prompt&gt;</a:t>
            </a:r>
          </a:p>
        </p:txBody>
      </p:sp>
      <p:sp>
        <p:nvSpPr>
          <p:cNvPr id="105" name="TextBox 104">
            <a:extLst>
              <a:ext uri="{FF2B5EF4-FFF2-40B4-BE49-F238E27FC236}">
                <a16:creationId xmlns:a16="http://schemas.microsoft.com/office/drawing/2014/main" id="{DAAA0212-BF3B-E6B4-7534-5CE8A499D9F5}"/>
              </a:ext>
            </a:extLst>
          </p:cNvPr>
          <p:cNvSpPr txBox="1"/>
          <p:nvPr/>
        </p:nvSpPr>
        <p:spPr>
          <a:xfrm>
            <a:off x="4490013" y="4822836"/>
            <a:ext cx="2982142" cy="215444"/>
          </a:xfrm>
          <a:prstGeom prst="rect">
            <a:avLst/>
          </a:prstGeom>
          <a:noFill/>
        </p:spPr>
        <p:txBody>
          <a:bodyPr wrap="square" lIns="0" tIns="0" rIns="0" bIns="0">
            <a:spAutoFit/>
          </a:bodyPr>
          <a:lstStyle>
            <a:defPPr>
              <a:defRPr lang="en-US"/>
            </a:defPPr>
            <a:lvl1pPr lvl="0" defTabSz="932472" fontAlgn="base">
              <a:spcBef>
                <a:spcPct val="0"/>
              </a:spcBef>
              <a:spcAft>
                <a:spcPct val="0"/>
              </a:spcAft>
              <a:defRPr sz="1600" b="1">
                <a:ea typeface="Segoe UI" pitchFamily="34" charset="0"/>
                <a:cs typeface="Segoe UI" pitchFamily="34" charset="0"/>
              </a:defRPr>
            </a:lvl1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Segoe UI Semibold"/>
                <a:cs typeface="Segoe UI"/>
              </a:rPr>
              <a:t>&lt;Enter task&gt;</a:t>
            </a:r>
          </a:p>
        </p:txBody>
      </p:sp>
      <p:sp>
        <p:nvSpPr>
          <p:cNvPr id="107" name="Text Placeholder 2">
            <a:extLst>
              <a:ext uri="{FF2B5EF4-FFF2-40B4-BE49-F238E27FC236}">
                <a16:creationId xmlns:a16="http://schemas.microsoft.com/office/drawing/2014/main" id="{6D7AACC3-4CAE-F752-AD39-660712E51FF8}"/>
              </a:ext>
            </a:extLst>
          </p:cNvPr>
          <p:cNvSpPr txBox="1">
            <a:spLocks/>
          </p:cNvSpPr>
          <p:nvPr/>
        </p:nvSpPr>
        <p:spPr>
          <a:xfrm>
            <a:off x="4490013" y="5073144"/>
            <a:ext cx="2982142" cy="161583"/>
          </a:xfrm>
          <a:prstGeom prst="rect">
            <a:avLst/>
          </a:prstGeom>
        </p:spPr>
        <p:txBody>
          <a:bodyPr vert="horz" wrap="square" lIns="0" tIns="0" rIns="0" bIns="0" rtlCol="0" anchor="t" anchorCtr="0">
            <a:spAutoFit/>
          </a:bodyPr>
          <a:lstStyle>
            <a:lvl1pPr marL="228600" marR="0" indent="-228600" algn="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gradFill>
                  <a:gsLst>
                    <a:gs pos="85263">
                      <a:srgbClr val="D83B01"/>
                    </a:gs>
                    <a:gs pos="58000">
                      <a:srgbClr val="D83B01"/>
                    </a:gs>
                  </a:gsLst>
                  <a:lin ang="18600000" scaled="0"/>
                </a:gra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Pct val="90000"/>
              <a:buFont typeface="Wingdings" panose="05000000000000000000" pitchFamily="2" charset="2"/>
              <a:buNone/>
              <a:tabLst/>
              <a:defRPr/>
            </a:pPr>
            <a:r>
              <a:rPr kumimoji="0" lang="en-US" sz="1050" b="0" i="0" u="none" strike="noStrike" kern="1200" cap="none" spc="0" normalizeH="0" baseline="0" noProof="0">
                <a:ln w="3175">
                  <a:noFill/>
                </a:ln>
                <a:solidFill>
                  <a:prstClr val="black"/>
                </a:solidFill>
                <a:effectLst/>
                <a:uLnTx/>
                <a:uFillTx/>
                <a:latin typeface="Segoe UI"/>
                <a:ea typeface="+mn-ea"/>
                <a:cs typeface="Segoe UI" panose="020B0502040204020203" pitchFamily="34" charset="0"/>
              </a:rPr>
              <a:t>&lt;Enter description&gt;</a:t>
            </a:r>
          </a:p>
        </p:txBody>
      </p:sp>
      <p:sp>
        <p:nvSpPr>
          <p:cNvPr id="132" name="Rectangle: Rounded Corners 6">
            <a:extLst>
              <a:ext uri="{FF2B5EF4-FFF2-40B4-BE49-F238E27FC236}">
                <a16:creationId xmlns:a16="http://schemas.microsoft.com/office/drawing/2014/main" id="{FB18D0FF-06D6-07E8-8947-1E3D9448D402}"/>
              </a:ext>
              <a:ext uri="{C183D7F6-B498-43B3-948B-1728B52AA6E4}">
                <adec:decorative xmlns:adec="http://schemas.microsoft.com/office/drawing/2017/decorative" val="1"/>
              </a:ext>
            </a:extLst>
          </p:cNvPr>
          <p:cNvSpPr/>
          <p:nvPr/>
        </p:nvSpPr>
        <p:spPr bwMode="auto">
          <a:xfrm>
            <a:off x="4484614" y="5675326"/>
            <a:ext cx="2992940" cy="964873"/>
          </a:xfrm>
          <a:prstGeom prst="roundRect">
            <a:avLst>
              <a:gd name="adj" fmla="val 8425"/>
            </a:avLst>
          </a:prstGeom>
          <a:solidFill>
            <a:schemeClr val="bg1"/>
          </a:solidFill>
          <a:ln w="25400">
            <a:gradFill>
              <a:gsLst>
                <a:gs pos="37000">
                  <a:srgbClr val="464FEB"/>
                </a:gs>
                <a:gs pos="69000">
                  <a:srgbClr val="47CFFA"/>
                </a:gs>
                <a:gs pos="91000">
                  <a:srgbClr val="B47CF8"/>
                </a:gs>
              </a:gsLst>
              <a:lin ang="3600000" scaled="0"/>
            </a:gradFill>
          </a:ln>
          <a:effectLst>
            <a:outerShdw blurRad="300618" dist="16429" dir="2700000" algn="tl" rotWithShape="0">
              <a:prstClr val="black">
                <a:alpha val="11839"/>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39" name="Title 1">
            <a:extLst>
              <a:ext uri="{FF2B5EF4-FFF2-40B4-BE49-F238E27FC236}">
                <a16:creationId xmlns:a16="http://schemas.microsoft.com/office/drawing/2014/main" id="{EF122ECF-5053-B271-33F2-9F0D17F7C021}"/>
              </a:ext>
            </a:extLst>
          </p:cNvPr>
          <p:cNvSpPr txBox="1">
            <a:spLocks/>
          </p:cNvSpPr>
          <p:nvPr/>
        </p:nvSpPr>
        <p:spPr>
          <a:xfrm>
            <a:off x="4613434" y="6080818"/>
            <a:ext cx="2735299" cy="153888"/>
          </a:xfrm>
          <a:prstGeom prst="rect">
            <a:avLst/>
          </a:prstGeom>
          <a:noFill/>
        </p:spPr>
        <p:txBody>
          <a:bodyPr vert="horz" wrap="square" lIns="0" tIns="0" rIns="0" bIns="0" rtlCol="0" anchor="ctr">
            <a:spAutoFit/>
          </a:bodyPr>
          <a:lstStyle>
            <a:lvl1pPr algn="l" defTabSz="2402409" rtl="0" eaLnBrk="1" latinLnBrk="0" hangingPunct="1">
              <a:lnSpc>
                <a:spcPct val="100000"/>
              </a:lnSpc>
              <a:spcBef>
                <a:spcPct val="0"/>
              </a:spcBef>
              <a:buNone/>
              <a:defRPr lang="en-US" sz="9272" b="0" kern="1200" cap="none" spc="-129" baseline="0" dirty="0" smtClean="0">
                <a:ln w="3175">
                  <a:noFill/>
                </a:ln>
                <a:solidFill>
                  <a:schemeClr val="tx1"/>
                </a:solidFill>
                <a:effectLst/>
                <a:latin typeface="+mj-lt"/>
                <a:ea typeface="+mn-ea"/>
                <a:cs typeface="Segoe UI" pitchFamily="34" charset="0"/>
              </a:defRPr>
            </a:lvl1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w="3175">
                  <a:noFill/>
                </a:ln>
                <a:solidFill>
                  <a:prstClr val="black"/>
                </a:solidFill>
                <a:effectLst/>
                <a:uLnTx/>
                <a:uFillTx/>
                <a:latin typeface="Segoe UI"/>
                <a:ea typeface="+mn-ea"/>
                <a:cs typeface="Segoe UI" pitchFamily="34" charset="0"/>
              </a:rPr>
              <a:t>&lt;Enter Prompt&gt;</a:t>
            </a:r>
          </a:p>
        </p:txBody>
      </p:sp>
      <p:sp>
        <p:nvSpPr>
          <p:cNvPr id="108" name="TextBox 107">
            <a:extLst>
              <a:ext uri="{FF2B5EF4-FFF2-40B4-BE49-F238E27FC236}">
                <a16:creationId xmlns:a16="http://schemas.microsoft.com/office/drawing/2014/main" id="{50F03422-4CA8-A604-C64D-53828F46F5C3}"/>
              </a:ext>
            </a:extLst>
          </p:cNvPr>
          <p:cNvSpPr txBox="1"/>
          <p:nvPr/>
        </p:nvSpPr>
        <p:spPr>
          <a:xfrm>
            <a:off x="8229191" y="4822836"/>
            <a:ext cx="2982142" cy="215444"/>
          </a:xfrm>
          <a:prstGeom prst="rect">
            <a:avLst/>
          </a:prstGeom>
          <a:noFill/>
        </p:spPr>
        <p:txBody>
          <a:bodyPr wrap="square" lIns="0" tIns="0" rIns="0" bIns="0">
            <a:spAutoFit/>
          </a:bodyPr>
          <a:lstStyle>
            <a:defPPr>
              <a:defRPr lang="en-US"/>
            </a:defPPr>
            <a:lvl1pPr lvl="0" defTabSz="932472" fontAlgn="base">
              <a:spcBef>
                <a:spcPct val="0"/>
              </a:spcBef>
              <a:spcAft>
                <a:spcPct val="0"/>
              </a:spcAft>
              <a:defRPr sz="1600" b="1">
                <a:ea typeface="Segoe UI" pitchFamily="34" charset="0"/>
                <a:cs typeface="Segoe UI" pitchFamily="34" charset="0"/>
              </a:defRPr>
            </a:lvl1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Segoe UI Semibold"/>
                <a:cs typeface="Segoe UI"/>
              </a:rPr>
              <a:t>&lt;Enter task&gt;</a:t>
            </a:r>
          </a:p>
        </p:txBody>
      </p:sp>
      <p:sp>
        <p:nvSpPr>
          <p:cNvPr id="109" name="Text Placeholder 2">
            <a:extLst>
              <a:ext uri="{FF2B5EF4-FFF2-40B4-BE49-F238E27FC236}">
                <a16:creationId xmlns:a16="http://schemas.microsoft.com/office/drawing/2014/main" id="{76F19766-FF91-C197-36A5-49684A339F2E}"/>
              </a:ext>
            </a:extLst>
          </p:cNvPr>
          <p:cNvSpPr txBox="1">
            <a:spLocks/>
          </p:cNvSpPr>
          <p:nvPr/>
        </p:nvSpPr>
        <p:spPr>
          <a:xfrm>
            <a:off x="8229191" y="5073144"/>
            <a:ext cx="2982142" cy="161583"/>
          </a:xfrm>
          <a:prstGeom prst="rect">
            <a:avLst/>
          </a:prstGeom>
        </p:spPr>
        <p:txBody>
          <a:bodyPr vert="horz" wrap="square" lIns="0" tIns="0" rIns="0" bIns="0" rtlCol="0" anchor="t" anchorCtr="0">
            <a:spAutoFit/>
          </a:bodyPr>
          <a:lstStyle>
            <a:lvl1pPr marL="228600" marR="0" indent="-228600" algn="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gradFill>
                  <a:gsLst>
                    <a:gs pos="85263">
                      <a:srgbClr val="D83B01"/>
                    </a:gs>
                    <a:gs pos="58000">
                      <a:srgbClr val="D83B01"/>
                    </a:gs>
                  </a:gsLst>
                  <a:lin ang="18600000" scaled="0"/>
                </a:gradFill>
                <a:latin typeface="+mj-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Pct val="90000"/>
              <a:buFont typeface="Wingdings" panose="05000000000000000000" pitchFamily="2" charset="2"/>
              <a:buNone/>
              <a:tabLst/>
              <a:defRPr/>
            </a:pPr>
            <a:r>
              <a:rPr kumimoji="0" lang="en-US" sz="1050" b="0" i="0" u="none" strike="noStrike" kern="1200" cap="none" spc="0" normalizeH="0" baseline="0" noProof="0">
                <a:ln w="3175">
                  <a:noFill/>
                </a:ln>
                <a:solidFill>
                  <a:prstClr val="black"/>
                </a:solidFill>
                <a:effectLst/>
                <a:uLnTx/>
                <a:uFillTx/>
                <a:latin typeface="Segoe UI"/>
                <a:ea typeface="+mn-ea"/>
                <a:cs typeface="Segoe UI" panose="020B0502040204020203" pitchFamily="34" charset="0"/>
              </a:rPr>
              <a:t>&lt;Enter description&gt;</a:t>
            </a:r>
          </a:p>
        </p:txBody>
      </p:sp>
      <p:sp>
        <p:nvSpPr>
          <p:cNvPr id="110" name="Rectangle: Rounded Corners 6">
            <a:extLst>
              <a:ext uri="{FF2B5EF4-FFF2-40B4-BE49-F238E27FC236}">
                <a16:creationId xmlns:a16="http://schemas.microsoft.com/office/drawing/2014/main" id="{CD2EE425-06BF-08EA-54F2-CB3605BA5A58}"/>
              </a:ext>
              <a:ext uri="{C183D7F6-B498-43B3-948B-1728B52AA6E4}">
                <adec:decorative xmlns:adec="http://schemas.microsoft.com/office/drawing/2017/decorative" val="1"/>
              </a:ext>
            </a:extLst>
          </p:cNvPr>
          <p:cNvSpPr/>
          <p:nvPr/>
        </p:nvSpPr>
        <p:spPr bwMode="auto">
          <a:xfrm>
            <a:off x="8211503" y="5654842"/>
            <a:ext cx="3017520" cy="1005840"/>
          </a:xfrm>
          <a:prstGeom prst="roundRect">
            <a:avLst>
              <a:gd name="adj" fmla="val 8425"/>
            </a:avLst>
          </a:prstGeom>
          <a:solidFill>
            <a:schemeClr val="bg1"/>
          </a:solidFill>
          <a:ln w="25400">
            <a:gradFill>
              <a:gsLst>
                <a:gs pos="37000">
                  <a:srgbClr val="464FEB"/>
                </a:gs>
                <a:gs pos="69000">
                  <a:srgbClr val="47CFFA"/>
                </a:gs>
                <a:gs pos="91000">
                  <a:srgbClr val="B47CF8"/>
                </a:gs>
              </a:gsLst>
              <a:lin ang="3600000" scaled="0"/>
            </a:gradFill>
          </a:ln>
          <a:effectLst>
            <a:outerShdw blurRad="300618" dist="16429" dir="2700000" algn="tl" rotWithShape="0">
              <a:prstClr val="black">
                <a:alpha val="11839"/>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115" name="Title 1">
            <a:extLst>
              <a:ext uri="{FF2B5EF4-FFF2-40B4-BE49-F238E27FC236}">
                <a16:creationId xmlns:a16="http://schemas.microsoft.com/office/drawing/2014/main" id="{87996806-7D8F-A62B-9CDF-EF1EEC9C1B48}"/>
              </a:ext>
            </a:extLst>
          </p:cNvPr>
          <p:cNvSpPr txBox="1">
            <a:spLocks/>
          </p:cNvSpPr>
          <p:nvPr/>
        </p:nvSpPr>
        <p:spPr>
          <a:xfrm>
            <a:off x="8352613" y="6080818"/>
            <a:ext cx="2735299" cy="153888"/>
          </a:xfrm>
          <a:prstGeom prst="rect">
            <a:avLst/>
          </a:prstGeom>
        </p:spPr>
        <p:txBody>
          <a:bodyPr vert="horz" wrap="square" lIns="0" tIns="0" rIns="0" bIns="0" rtlCol="0" anchor="ctr">
            <a:spAutoFit/>
          </a:bodyPr>
          <a:lstStyle>
            <a:lvl1pPr algn="l" defTabSz="2402409" rtl="0" eaLnBrk="1" latinLnBrk="0" hangingPunct="1">
              <a:lnSpc>
                <a:spcPct val="100000"/>
              </a:lnSpc>
              <a:spcBef>
                <a:spcPct val="0"/>
              </a:spcBef>
              <a:buNone/>
              <a:defRPr lang="en-US" sz="9272" b="0" kern="1200" cap="none" spc="-129" baseline="0" dirty="0" smtClean="0">
                <a:ln w="3175">
                  <a:noFill/>
                </a:ln>
                <a:solidFill>
                  <a:schemeClr val="tx1"/>
                </a:solidFill>
                <a:effectLst/>
                <a:latin typeface="+mj-lt"/>
                <a:ea typeface="+mn-ea"/>
                <a:cs typeface="Segoe UI" pitchFamily="34" charset="0"/>
              </a:defRPr>
            </a:lvl1pPr>
          </a:lstStyle>
          <a:p>
            <a:pPr marL="0" marR="0" lvl="0" indent="0" algn="l" defTabSz="932472"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w="3175">
                  <a:noFill/>
                </a:ln>
                <a:solidFill>
                  <a:prstClr val="black"/>
                </a:solidFill>
                <a:effectLst/>
                <a:uLnTx/>
                <a:uFillTx/>
                <a:latin typeface="Segoe UI"/>
                <a:ea typeface="+mn-ea"/>
                <a:cs typeface="Segoe UI" pitchFamily="34" charset="0"/>
              </a:rPr>
              <a:t>&lt;Enter Prompt&gt;</a:t>
            </a:r>
          </a:p>
        </p:txBody>
      </p:sp>
      <p:sp>
        <p:nvSpPr>
          <p:cNvPr id="6" name="Rounded Rectangle 46">
            <a:extLst>
              <a:ext uri="{FF2B5EF4-FFF2-40B4-BE49-F238E27FC236}">
                <a16:creationId xmlns:a16="http://schemas.microsoft.com/office/drawing/2014/main" id="{67272518-C94C-00EC-3F8B-6E0F9DD77498}"/>
              </a:ext>
            </a:extLst>
          </p:cNvPr>
          <p:cNvSpPr/>
          <p:nvPr/>
        </p:nvSpPr>
        <p:spPr bwMode="auto">
          <a:xfrm>
            <a:off x="3415343" y="1817038"/>
            <a:ext cx="534543" cy="534543"/>
          </a:xfrm>
          <a:prstGeom prst="roundRect">
            <a:avLst/>
          </a:prstGeom>
          <a:solidFill>
            <a:schemeClr val="bg1"/>
          </a:solidFill>
          <a:ln>
            <a:noFill/>
            <a:headEnd type="none" w="med" len="med"/>
            <a:tailEnd type="none" w="med" len="med"/>
          </a:ln>
          <a:effectLst>
            <a:outerShdw blurRad="127643" dist="635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Rounded Rectangle 46">
            <a:extLst>
              <a:ext uri="{FF2B5EF4-FFF2-40B4-BE49-F238E27FC236}">
                <a16:creationId xmlns:a16="http://schemas.microsoft.com/office/drawing/2014/main" id="{E3216103-CB60-EBA8-6330-97BEFF4A3ABA}"/>
              </a:ext>
            </a:extLst>
          </p:cNvPr>
          <p:cNvSpPr/>
          <p:nvPr/>
        </p:nvSpPr>
        <p:spPr bwMode="auto">
          <a:xfrm>
            <a:off x="7488664" y="1775155"/>
            <a:ext cx="534543" cy="534543"/>
          </a:xfrm>
          <a:prstGeom prst="roundRect">
            <a:avLst/>
          </a:prstGeom>
          <a:solidFill>
            <a:schemeClr val="bg1"/>
          </a:solidFill>
          <a:ln>
            <a:noFill/>
            <a:headEnd type="none" w="med" len="med"/>
            <a:tailEnd type="none" w="med" len="med"/>
          </a:ln>
          <a:effectLst>
            <a:outerShdw blurRad="127643" dist="635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1" name="Rounded Rectangle 46">
            <a:extLst>
              <a:ext uri="{FF2B5EF4-FFF2-40B4-BE49-F238E27FC236}">
                <a16:creationId xmlns:a16="http://schemas.microsoft.com/office/drawing/2014/main" id="{5F03B7B6-0522-835E-9DB0-5230BC24A81A}"/>
              </a:ext>
            </a:extLst>
          </p:cNvPr>
          <p:cNvSpPr/>
          <p:nvPr/>
        </p:nvSpPr>
        <p:spPr bwMode="auto">
          <a:xfrm>
            <a:off x="11150047" y="1777111"/>
            <a:ext cx="534543" cy="534543"/>
          </a:xfrm>
          <a:prstGeom prst="roundRect">
            <a:avLst/>
          </a:prstGeom>
          <a:solidFill>
            <a:schemeClr val="bg1"/>
          </a:solidFill>
          <a:ln>
            <a:noFill/>
            <a:headEnd type="none" w="med" len="med"/>
            <a:tailEnd type="none" w="med" len="med"/>
          </a:ln>
          <a:effectLst>
            <a:outerShdw blurRad="127643" dist="635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2" name="Rounded Rectangle 46">
            <a:extLst>
              <a:ext uri="{FF2B5EF4-FFF2-40B4-BE49-F238E27FC236}">
                <a16:creationId xmlns:a16="http://schemas.microsoft.com/office/drawing/2014/main" id="{F014A7D7-B456-CC7A-BC25-C0BD1739667E}"/>
              </a:ext>
            </a:extLst>
          </p:cNvPr>
          <p:cNvSpPr/>
          <p:nvPr/>
        </p:nvSpPr>
        <p:spPr bwMode="auto">
          <a:xfrm>
            <a:off x="3424000" y="4487711"/>
            <a:ext cx="534543" cy="534543"/>
          </a:xfrm>
          <a:prstGeom prst="roundRect">
            <a:avLst/>
          </a:prstGeom>
          <a:solidFill>
            <a:schemeClr val="bg1"/>
          </a:solidFill>
          <a:ln>
            <a:noFill/>
            <a:headEnd type="none" w="med" len="med"/>
            <a:tailEnd type="none" w="med" len="med"/>
          </a:ln>
          <a:effectLst>
            <a:outerShdw blurRad="127643" dist="635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3" name="Rounded Rectangle 46">
            <a:extLst>
              <a:ext uri="{FF2B5EF4-FFF2-40B4-BE49-F238E27FC236}">
                <a16:creationId xmlns:a16="http://schemas.microsoft.com/office/drawing/2014/main" id="{3C6FF039-D7CF-6B45-F018-9CE418479890}"/>
              </a:ext>
            </a:extLst>
          </p:cNvPr>
          <p:cNvSpPr/>
          <p:nvPr/>
        </p:nvSpPr>
        <p:spPr bwMode="auto">
          <a:xfrm>
            <a:off x="7509738" y="4487350"/>
            <a:ext cx="534543" cy="534543"/>
          </a:xfrm>
          <a:prstGeom prst="roundRect">
            <a:avLst/>
          </a:prstGeom>
          <a:solidFill>
            <a:schemeClr val="bg1"/>
          </a:solidFill>
          <a:ln>
            <a:noFill/>
            <a:headEnd type="none" w="med" len="med"/>
            <a:tailEnd type="none" w="med" len="med"/>
          </a:ln>
          <a:effectLst>
            <a:outerShdw blurRad="127643" dist="635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4" name="Rounded Rectangle 46">
            <a:extLst>
              <a:ext uri="{FF2B5EF4-FFF2-40B4-BE49-F238E27FC236}">
                <a16:creationId xmlns:a16="http://schemas.microsoft.com/office/drawing/2014/main" id="{C8BA08F9-1479-7E39-61BE-B26483267429}"/>
              </a:ext>
            </a:extLst>
          </p:cNvPr>
          <p:cNvSpPr/>
          <p:nvPr/>
        </p:nvSpPr>
        <p:spPr bwMode="auto">
          <a:xfrm>
            <a:off x="11169830" y="4475241"/>
            <a:ext cx="534543" cy="534543"/>
          </a:xfrm>
          <a:prstGeom prst="roundRect">
            <a:avLst/>
          </a:prstGeom>
          <a:solidFill>
            <a:schemeClr val="bg1"/>
          </a:solidFill>
          <a:ln>
            <a:noFill/>
            <a:headEnd type="none" w="med" len="med"/>
            <a:tailEnd type="none" w="med" len="med"/>
          </a:ln>
          <a:effectLst>
            <a:outerShdw blurRad="127643" dist="635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4" name="!!Header1">
            <a:extLst>
              <a:ext uri="{FF2B5EF4-FFF2-40B4-BE49-F238E27FC236}">
                <a16:creationId xmlns:a16="http://schemas.microsoft.com/office/drawing/2014/main" id="{5E969B2C-CCCD-D1B9-3208-2B105E6A894C}"/>
              </a:ext>
            </a:extLst>
          </p:cNvPr>
          <p:cNvSpPr/>
          <p:nvPr/>
        </p:nvSpPr>
        <p:spPr bwMode="auto">
          <a:xfrm>
            <a:off x="393324" y="287965"/>
            <a:ext cx="10756723" cy="42552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lgn="ctr" defTabSz="914102" fontAlgn="base">
              <a:spcBef>
                <a:spcPts val="600"/>
              </a:spcBef>
              <a:spcAft>
                <a:spcPct val="0"/>
              </a:spcAft>
              <a:defRPr/>
            </a:pPr>
            <a:r>
              <a:rPr lang="en-US" dirty="0">
                <a:solidFill>
                  <a:schemeClr val="accent2"/>
                </a:solidFill>
                <a:latin typeface="+mj-lt"/>
                <a:cs typeface="Segoe UI" panose="020B0502040204020203" pitchFamily="34" charset="0"/>
              </a:rPr>
              <a:t>Choose tasks from your scenario and write the prompt  or create an agent you would use in the M365 app that supports it.</a:t>
            </a:r>
          </a:p>
        </p:txBody>
      </p:sp>
      <p:grpSp>
        <p:nvGrpSpPr>
          <p:cNvPr id="3" name="Group 2">
            <a:extLst>
              <a:ext uri="{FF2B5EF4-FFF2-40B4-BE49-F238E27FC236}">
                <a16:creationId xmlns:a16="http://schemas.microsoft.com/office/drawing/2014/main" id="{2D49C63F-8C58-B68F-2146-EF34F407F86F}"/>
              </a:ext>
            </a:extLst>
          </p:cNvPr>
          <p:cNvGrpSpPr/>
          <p:nvPr/>
        </p:nvGrpSpPr>
        <p:grpSpPr>
          <a:xfrm>
            <a:off x="9951813" y="673530"/>
            <a:ext cx="534543" cy="534543"/>
            <a:chOff x="5023997" y="194860"/>
            <a:chExt cx="534543" cy="534543"/>
          </a:xfrm>
        </p:grpSpPr>
        <p:sp>
          <p:nvSpPr>
            <p:cNvPr id="5" name="Rounded Rectangle 46">
              <a:extLst>
                <a:ext uri="{FF2B5EF4-FFF2-40B4-BE49-F238E27FC236}">
                  <a16:creationId xmlns:a16="http://schemas.microsoft.com/office/drawing/2014/main" id="{FC675EC3-DE21-4678-7C3F-05768F93F93E}"/>
                </a:ext>
              </a:extLst>
            </p:cNvPr>
            <p:cNvSpPr/>
            <p:nvPr/>
          </p:nvSpPr>
          <p:spPr bwMode="auto">
            <a:xfrm>
              <a:off x="5023997" y="194860"/>
              <a:ext cx="534543" cy="534543"/>
            </a:xfrm>
            <a:prstGeom prst="roundRect">
              <a:avLst/>
            </a:prstGeom>
            <a:solidFill>
              <a:schemeClr val="bg1"/>
            </a:solidFill>
            <a:ln>
              <a:noFill/>
              <a:headEnd type="none" w="med" len="med"/>
              <a:tailEnd type="none" w="med" len="med"/>
            </a:ln>
            <a:effectLst>
              <a:outerShdw blurRad="127643" dist="635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pic>
          <p:nvPicPr>
            <p:cNvPr id="7" name="Picture 6" descr="Word_512.png">
              <a:extLst>
                <a:ext uri="{FF2B5EF4-FFF2-40B4-BE49-F238E27FC236}">
                  <a16:creationId xmlns:a16="http://schemas.microsoft.com/office/drawing/2014/main" id="{05E09027-E2C6-B4BE-909A-FB06AAD4FE1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93268" y="258509"/>
              <a:ext cx="396000" cy="396000"/>
            </a:xfrm>
            <a:prstGeom prst="rect">
              <a:avLst/>
            </a:prstGeom>
          </p:spPr>
        </p:pic>
      </p:grpSp>
      <p:grpSp>
        <p:nvGrpSpPr>
          <p:cNvPr id="8" name="Group 7">
            <a:extLst>
              <a:ext uri="{FF2B5EF4-FFF2-40B4-BE49-F238E27FC236}">
                <a16:creationId xmlns:a16="http://schemas.microsoft.com/office/drawing/2014/main" id="{1685A685-A3FE-DEBE-9B42-449E6CD1C89B}"/>
              </a:ext>
            </a:extLst>
          </p:cNvPr>
          <p:cNvGrpSpPr/>
          <p:nvPr/>
        </p:nvGrpSpPr>
        <p:grpSpPr>
          <a:xfrm>
            <a:off x="9286162" y="644986"/>
            <a:ext cx="534543" cy="534543"/>
            <a:chOff x="4358346" y="166316"/>
            <a:chExt cx="534543" cy="534543"/>
          </a:xfrm>
        </p:grpSpPr>
        <p:sp>
          <p:nvSpPr>
            <p:cNvPr id="15" name="Rounded Rectangle 46">
              <a:extLst>
                <a:ext uri="{FF2B5EF4-FFF2-40B4-BE49-F238E27FC236}">
                  <a16:creationId xmlns:a16="http://schemas.microsoft.com/office/drawing/2014/main" id="{381652AA-7B43-F3B0-4939-55E40A37EC26}"/>
                </a:ext>
              </a:extLst>
            </p:cNvPr>
            <p:cNvSpPr/>
            <p:nvPr/>
          </p:nvSpPr>
          <p:spPr bwMode="auto">
            <a:xfrm>
              <a:off x="4358346" y="166316"/>
              <a:ext cx="534543" cy="534543"/>
            </a:xfrm>
            <a:prstGeom prst="roundRect">
              <a:avLst/>
            </a:prstGeom>
            <a:solidFill>
              <a:schemeClr val="bg1"/>
            </a:solidFill>
            <a:ln>
              <a:noFill/>
              <a:headEnd type="none" w="med" len="med"/>
              <a:tailEnd type="none" w="med" len="med"/>
            </a:ln>
            <a:effectLst>
              <a:outerShdw blurRad="127643" dist="635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pic>
          <p:nvPicPr>
            <p:cNvPr id="16" name="Picture 15" descr="Outlook_512.png">
              <a:extLst>
                <a:ext uri="{FF2B5EF4-FFF2-40B4-BE49-F238E27FC236}">
                  <a16:creationId xmlns:a16="http://schemas.microsoft.com/office/drawing/2014/main" id="{8D866E60-B2BC-5618-84DA-7192A788BEF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427617" y="218582"/>
              <a:ext cx="396000" cy="396000"/>
            </a:xfrm>
            <a:prstGeom prst="rect">
              <a:avLst/>
            </a:prstGeom>
          </p:spPr>
        </p:pic>
      </p:grpSp>
      <p:grpSp>
        <p:nvGrpSpPr>
          <p:cNvPr id="17" name="Group 16">
            <a:extLst>
              <a:ext uri="{FF2B5EF4-FFF2-40B4-BE49-F238E27FC236}">
                <a16:creationId xmlns:a16="http://schemas.microsoft.com/office/drawing/2014/main" id="{443CA7E2-8AEF-C849-264B-02B1F11B7F49}"/>
              </a:ext>
            </a:extLst>
          </p:cNvPr>
          <p:cNvGrpSpPr/>
          <p:nvPr/>
        </p:nvGrpSpPr>
        <p:grpSpPr>
          <a:xfrm>
            <a:off x="10617464" y="667676"/>
            <a:ext cx="534543" cy="534543"/>
            <a:chOff x="5689648" y="189006"/>
            <a:chExt cx="534543" cy="534543"/>
          </a:xfrm>
        </p:grpSpPr>
        <p:sp>
          <p:nvSpPr>
            <p:cNvPr id="18" name="Rounded Rectangle 46">
              <a:extLst>
                <a:ext uri="{FF2B5EF4-FFF2-40B4-BE49-F238E27FC236}">
                  <a16:creationId xmlns:a16="http://schemas.microsoft.com/office/drawing/2014/main" id="{F47ECBDA-C0F7-46AE-B574-C7726326F1BB}"/>
                </a:ext>
              </a:extLst>
            </p:cNvPr>
            <p:cNvSpPr/>
            <p:nvPr/>
          </p:nvSpPr>
          <p:spPr bwMode="auto">
            <a:xfrm>
              <a:off x="5689648" y="189006"/>
              <a:ext cx="534543" cy="534543"/>
            </a:xfrm>
            <a:prstGeom prst="roundRect">
              <a:avLst/>
            </a:prstGeom>
            <a:solidFill>
              <a:schemeClr val="bg1"/>
            </a:solidFill>
            <a:ln>
              <a:noFill/>
              <a:headEnd type="none" w="med" len="med"/>
              <a:tailEnd type="none" w="med" len="med"/>
            </a:ln>
            <a:effectLst>
              <a:outerShdw blurRad="127643" dist="635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pic>
          <p:nvPicPr>
            <p:cNvPr id="19" name="Picture 18" descr="PowerPoint_512.png">
              <a:extLst>
                <a:ext uri="{FF2B5EF4-FFF2-40B4-BE49-F238E27FC236}">
                  <a16:creationId xmlns:a16="http://schemas.microsoft.com/office/drawing/2014/main" id="{A6F5A786-BA74-2801-2D85-A4DCAA79B5E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758919" y="250154"/>
              <a:ext cx="396000" cy="396000"/>
            </a:xfrm>
            <a:prstGeom prst="rect">
              <a:avLst/>
            </a:prstGeom>
          </p:spPr>
        </p:pic>
      </p:grpSp>
      <p:grpSp>
        <p:nvGrpSpPr>
          <p:cNvPr id="20" name="Group 19">
            <a:extLst>
              <a:ext uri="{FF2B5EF4-FFF2-40B4-BE49-F238E27FC236}">
                <a16:creationId xmlns:a16="http://schemas.microsoft.com/office/drawing/2014/main" id="{069339D9-9EF6-BA2B-F73F-52C525E18DB5}"/>
              </a:ext>
            </a:extLst>
          </p:cNvPr>
          <p:cNvGrpSpPr/>
          <p:nvPr/>
        </p:nvGrpSpPr>
        <p:grpSpPr>
          <a:xfrm>
            <a:off x="8646501" y="635090"/>
            <a:ext cx="534543" cy="534543"/>
            <a:chOff x="3718685" y="156420"/>
            <a:chExt cx="534543" cy="534543"/>
          </a:xfrm>
        </p:grpSpPr>
        <p:sp>
          <p:nvSpPr>
            <p:cNvPr id="21" name="Rounded Rectangle 46">
              <a:extLst>
                <a:ext uri="{FF2B5EF4-FFF2-40B4-BE49-F238E27FC236}">
                  <a16:creationId xmlns:a16="http://schemas.microsoft.com/office/drawing/2014/main" id="{82503E41-0C64-A9EB-A7DF-281A784685C9}"/>
                </a:ext>
              </a:extLst>
            </p:cNvPr>
            <p:cNvSpPr/>
            <p:nvPr/>
          </p:nvSpPr>
          <p:spPr bwMode="auto">
            <a:xfrm>
              <a:off x="3718685" y="156420"/>
              <a:ext cx="534543" cy="534543"/>
            </a:xfrm>
            <a:prstGeom prst="roundRect">
              <a:avLst/>
            </a:prstGeom>
            <a:solidFill>
              <a:schemeClr val="bg1"/>
            </a:solidFill>
            <a:ln>
              <a:noFill/>
              <a:headEnd type="none" w="med" len="med"/>
              <a:tailEnd type="none" w="med" len="med"/>
            </a:ln>
            <a:effectLst>
              <a:outerShdw blurRad="127643" dist="635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pic>
          <p:nvPicPr>
            <p:cNvPr id="22" name="Picture 21" descr="M365 Copilot - 256x256 padded.png">
              <a:extLst>
                <a:ext uri="{FF2B5EF4-FFF2-40B4-BE49-F238E27FC236}">
                  <a16:creationId xmlns:a16="http://schemas.microsoft.com/office/drawing/2014/main" id="{1E4C404F-08FF-AD90-B774-6AB5DFDDB914}"/>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3787956" y="241688"/>
              <a:ext cx="396000" cy="369503"/>
            </a:xfrm>
            <a:prstGeom prst="rect">
              <a:avLst/>
            </a:prstGeom>
          </p:spPr>
        </p:pic>
      </p:grpSp>
      <p:grpSp>
        <p:nvGrpSpPr>
          <p:cNvPr id="23" name="Group 22" descr="Excel icon">
            <a:extLst>
              <a:ext uri="{FF2B5EF4-FFF2-40B4-BE49-F238E27FC236}">
                <a16:creationId xmlns:a16="http://schemas.microsoft.com/office/drawing/2014/main" id="{73EB6F75-8D1D-77F8-E6F7-0C45C28AEFF7}"/>
              </a:ext>
            </a:extLst>
          </p:cNvPr>
          <p:cNvGrpSpPr/>
          <p:nvPr/>
        </p:nvGrpSpPr>
        <p:grpSpPr>
          <a:xfrm>
            <a:off x="11137302" y="584137"/>
            <a:ext cx="731520" cy="731520"/>
            <a:chOff x="7192195" y="1606515"/>
            <a:chExt cx="731520" cy="731520"/>
          </a:xfrm>
        </p:grpSpPr>
        <p:sp>
          <p:nvSpPr>
            <p:cNvPr id="24" name="Rounded Rectangle 56">
              <a:extLst>
                <a:ext uri="{FF2B5EF4-FFF2-40B4-BE49-F238E27FC236}">
                  <a16:creationId xmlns:a16="http://schemas.microsoft.com/office/drawing/2014/main" id="{C3D8C413-44A6-919B-0AB6-54FBA34B4F20}"/>
                </a:ext>
              </a:extLst>
            </p:cNvPr>
            <p:cNvSpPr/>
            <p:nvPr/>
          </p:nvSpPr>
          <p:spPr bwMode="auto">
            <a:xfrm>
              <a:off x="7309922" y="1700240"/>
              <a:ext cx="534544" cy="534544"/>
            </a:xfrm>
            <a:prstGeom prst="roundRect">
              <a:avLst/>
            </a:prstGeom>
            <a:solidFill>
              <a:srgbClr val="FFFFFF"/>
            </a:solidFill>
            <a:ln w="9525" cap="flat" cmpd="sng" algn="ctr">
              <a:noFill/>
              <a:prstDash val="solid"/>
              <a:headEnd type="none" w="med" len="med"/>
              <a:tailEnd type="none" w="med" len="med"/>
            </a:ln>
            <a:effectLst>
              <a:outerShdw blurRad="127643" dist="63500" dir="2700000" algn="tl" rotWithShape="0">
                <a:prstClr val="black">
                  <a:alpha val="20000"/>
                </a:prstClr>
              </a:outerShdw>
            </a:effectLst>
          </p:spPr>
          <p:txBody>
            <a:bodyPr rot="0" spcFirstLastPara="0" vert="horz" wrap="square" lIns="182880" tIns="146304" rIns="182880" bIns="146304"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pic>
          <p:nvPicPr>
            <p:cNvPr id="25" name="Graphic 123">
              <a:extLst>
                <a:ext uri="{FF2B5EF4-FFF2-40B4-BE49-F238E27FC236}">
                  <a16:creationId xmlns:a16="http://schemas.microsoft.com/office/drawing/2014/main" id="{9557AC4A-D2DA-9883-08AA-FFCF5CE40FC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192195" y="1606515"/>
              <a:ext cx="731520" cy="731520"/>
            </a:xfrm>
            <a:prstGeom prst="rect">
              <a:avLst/>
            </a:prstGeom>
          </p:spPr>
        </p:pic>
      </p:grpSp>
    </p:spTree>
    <p:extLst>
      <p:ext uri="{BB962C8B-B14F-4D97-AF65-F5344CB8AC3E}">
        <p14:creationId xmlns:p14="http://schemas.microsoft.com/office/powerpoint/2010/main" val="753791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ACC7A42-6993-8BE0-440A-8D9F64F9A85F}"/>
              </a:ext>
              <a:ext uri="{C183D7F6-B498-43B3-948B-1728B52AA6E4}">
                <adec:decorative xmlns:adec="http://schemas.microsoft.com/office/drawing/2017/decorative" val="1"/>
              </a:ext>
            </a:extLst>
          </p:cNvPr>
          <p:cNvGrpSpPr>
            <a:grpSpLocks noGrp="1" noUngrp="1" noRot="1" noMove="1" noResize="1"/>
          </p:cNvGrpSpPr>
          <p:nvPr/>
        </p:nvGrpSpPr>
        <p:grpSpPr>
          <a:xfrm>
            <a:off x="0" y="59417"/>
            <a:ext cx="12296446" cy="6858000"/>
            <a:chOff x="0" y="0"/>
            <a:chExt cx="12296446" cy="6858000"/>
          </a:xfrm>
        </p:grpSpPr>
        <p:grpSp>
          <p:nvGrpSpPr>
            <p:cNvPr id="12" name="Group 11">
              <a:extLst>
                <a:ext uri="{FF2B5EF4-FFF2-40B4-BE49-F238E27FC236}">
                  <a16:creationId xmlns:a16="http://schemas.microsoft.com/office/drawing/2014/main" id="{F6C239EF-9210-1ED8-5168-B1679D3B6835}"/>
                </a:ext>
              </a:extLst>
            </p:cNvPr>
            <p:cNvGrpSpPr>
              <a:grpSpLocks noGrp="1" noUngrp="1" noRot="1" noMove="1" noResize="1"/>
            </p:cNvGrpSpPr>
            <p:nvPr userDrawn="1"/>
          </p:nvGrpSpPr>
          <p:grpSpPr>
            <a:xfrm>
              <a:off x="0" y="0"/>
              <a:ext cx="12192000" cy="6858000"/>
              <a:chOff x="0" y="0"/>
              <a:chExt cx="12192000" cy="6858000"/>
            </a:xfrm>
          </p:grpSpPr>
          <p:grpSp>
            <p:nvGrpSpPr>
              <p:cNvPr id="25" name="Group 24">
                <a:extLst>
                  <a:ext uri="{FF2B5EF4-FFF2-40B4-BE49-F238E27FC236}">
                    <a16:creationId xmlns:a16="http://schemas.microsoft.com/office/drawing/2014/main" id="{B3E912F7-492C-857D-FF94-7A4C8F5DB342}"/>
                  </a:ext>
                </a:extLst>
              </p:cNvPr>
              <p:cNvGrpSpPr>
                <a:grpSpLocks noGrp="1" noUngrp="1" noRot="1" noMove="1" noResize="1"/>
              </p:cNvGrpSpPr>
              <p:nvPr userDrawn="1"/>
            </p:nvGrpSpPr>
            <p:grpSpPr>
              <a:xfrm>
                <a:off x="3689874" y="0"/>
                <a:ext cx="8502126" cy="6858000"/>
                <a:chOff x="6892376" y="0"/>
                <a:chExt cx="5299623" cy="6858000"/>
              </a:xfrm>
            </p:grpSpPr>
            <p:pic>
              <p:nvPicPr>
                <p:cNvPr id="27" name="Picture 26">
                  <a:extLst>
                    <a:ext uri="{FF2B5EF4-FFF2-40B4-BE49-F238E27FC236}">
                      <a16:creationId xmlns:a16="http://schemas.microsoft.com/office/drawing/2014/main" id="{10748909-F2D0-93F0-50F2-263536A503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rotWithShape="1">
                <a:blip r:embed="rId3" cstate="email">
                  <a:extLst>
                    <a:ext uri="{BEBA8EAE-BF5A-486C-A8C5-ECC9F3942E4B}">
                      <a14:imgProps xmlns:a14="http://schemas.microsoft.com/office/drawing/2010/main">
                        <a14:imgLayer r:embed="rId4">
                          <a14:imgEffect>
                            <a14:sharpenSoften amount="-100000"/>
                          </a14:imgEffect>
                        </a14:imgLayer>
                      </a14:imgProps>
                    </a:ext>
                    <a:ext uri="{28A0092B-C50C-407E-A947-70E740481C1C}">
                      <a14:useLocalDpi xmlns:a14="http://schemas.microsoft.com/office/drawing/2010/main"/>
                    </a:ext>
                  </a:extLst>
                </a:blip>
                <a:srcRect l="16919" t="4793" r="55136" b="5416"/>
                <a:stretch/>
              </p:blipFill>
              <p:spPr>
                <a:xfrm>
                  <a:off x="7347856" y="0"/>
                  <a:ext cx="4844143" cy="6858000"/>
                </a:xfrm>
                <a:prstGeom prst="rect">
                  <a:avLst/>
                </a:prstGeom>
              </p:spPr>
            </p:pic>
            <p:sp>
              <p:nvSpPr>
                <p:cNvPr id="28" name="Rectangle 27">
                  <a:extLst>
                    <a:ext uri="{FF2B5EF4-FFF2-40B4-BE49-F238E27FC236}">
                      <a16:creationId xmlns:a16="http://schemas.microsoft.com/office/drawing/2014/main" id="{0B1EF512-8C6B-D6A5-E929-150121CA248B}"/>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bwMode="auto">
                <a:xfrm>
                  <a:off x="6892376" y="0"/>
                  <a:ext cx="3173184" cy="6858000"/>
                </a:xfrm>
                <a:prstGeom prst="rect">
                  <a:avLst/>
                </a:prstGeom>
                <a:gradFill flip="none" rotWithShape="1">
                  <a:gsLst>
                    <a:gs pos="19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26" name="Rectangle 25">
                <a:extLst>
                  <a:ext uri="{FF2B5EF4-FFF2-40B4-BE49-F238E27FC236}">
                    <a16:creationId xmlns:a16="http://schemas.microsoft.com/office/drawing/2014/main" id="{555C2DED-CCD0-1294-2D04-3EDE019CDFD4}"/>
                  </a:ext>
                </a:extLst>
              </p:cNvPr>
              <p:cNvSpPr>
                <a:spLocks noGrp="1" noRot="1" noMove="1" noResize="1" noEditPoints="1" noAdjustHandles="1" noChangeArrowheads="1" noChangeShapeType="1"/>
              </p:cNvSpPr>
              <p:nvPr userDrawn="1"/>
            </p:nvSpPr>
            <p:spPr bwMode="auto">
              <a:xfrm>
                <a:off x="0" y="0"/>
                <a:ext cx="6508376" cy="6858000"/>
              </a:xfrm>
              <a:prstGeom prst="rect">
                <a:avLst/>
              </a:prstGeom>
              <a:gradFill flip="none" rotWithShape="1">
                <a:gsLst>
                  <a:gs pos="66000">
                    <a:schemeClr val="bg1"/>
                  </a:gs>
                  <a:gs pos="100000">
                    <a:schemeClr val="bg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pic>
          <p:nvPicPr>
            <p:cNvPr id="16" name="Picture 15" descr="Background pattern&#10;&#10;Description automatically generated">
              <a:extLst>
                <a:ext uri="{FF2B5EF4-FFF2-40B4-BE49-F238E27FC236}">
                  <a16:creationId xmlns:a16="http://schemas.microsoft.com/office/drawing/2014/main" id="{98A46413-753B-4E07-A7DE-E0535D04C8CC}"/>
                </a:ext>
              </a:extLst>
            </p:cNvPr>
            <p:cNvPicPr>
              <a:picLocks noGrp="1" noRot="1" noChangeAspect="1" noMove="1" noResize="1" noEditPoints="1" noAdjustHandles="1" noChangeArrowheads="1" noChangeShapeType="1" noCrop="1"/>
            </p:cNvPicPr>
            <p:nvPr userDrawn="1"/>
          </p:nvPicPr>
          <p:blipFill>
            <a:blip r:embed="rId5" cstate="email">
              <a:alphaModFix amt="50000"/>
              <a:extLst>
                <a:ext uri="{BEBA8EAE-BF5A-486C-A8C5-ECC9F3942E4B}">
                  <a14:imgProps xmlns:a14="http://schemas.microsoft.com/office/drawing/2010/main">
                    <a14:imgLayer r:embed="rId6">
                      <a14:imgEffect>
                        <a14:brightnessContrast bright="-5000"/>
                      </a14:imgEffect>
                    </a14:imgLayer>
                  </a14:imgProps>
                </a:ex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3" name="Rectangle 22">
              <a:extLst>
                <a:ext uri="{FF2B5EF4-FFF2-40B4-BE49-F238E27FC236}">
                  <a16:creationId xmlns:a16="http://schemas.microsoft.com/office/drawing/2014/main" id="{5FB5CD07-23A7-5B60-181B-E6285E8DF5D1}"/>
                </a:ext>
              </a:extLst>
            </p:cNvPr>
            <p:cNvSpPr>
              <a:spLocks noGrp="1" noRot="1" noMove="1" noResize="1" noEditPoints="1" noAdjustHandles="1" noChangeArrowheads="1" noChangeShapeType="1"/>
            </p:cNvSpPr>
            <p:nvPr userDrawn="1"/>
          </p:nvSpPr>
          <p:spPr bwMode="auto">
            <a:xfrm>
              <a:off x="0" y="0"/>
              <a:ext cx="12296446" cy="6858000"/>
            </a:xfrm>
            <a:prstGeom prst="rect">
              <a:avLst/>
            </a:prstGeom>
            <a:gradFill>
              <a:gsLst>
                <a:gs pos="0">
                  <a:schemeClr val="bg1"/>
                </a:gs>
                <a:gs pos="38000">
                  <a:schemeClr val="bg1">
                    <a:alpha val="0"/>
                  </a:schemeClr>
                </a:gs>
              </a:gsLst>
              <a:lin ang="2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15" name="Title 2">
            <a:extLst>
              <a:ext uri="{FF2B5EF4-FFF2-40B4-BE49-F238E27FC236}">
                <a16:creationId xmlns:a16="http://schemas.microsoft.com/office/drawing/2014/main" id="{BAAE2A05-E2AC-2FE8-E84D-C236462ECFE8}"/>
              </a:ext>
            </a:extLst>
          </p:cNvPr>
          <p:cNvSpPr>
            <a:spLocks noGrp="1"/>
          </p:cNvSpPr>
          <p:nvPr>
            <p:ph type="title"/>
          </p:nvPr>
        </p:nvSpPr>
        <p:spPr>
          <a:xfrm>
            <a:off x="482600" y="228600"/>
            <a:ext cx="11018520" cy="430887"/>
          </a:xfrm>
        </p:spPr>
        <p:txBody>
          <a:bodyPr>
            <a:noAutofit/>
          </a:bodyPr>
          <a:lstStyle/>
          <a:p>
            <a:r>
              <a:rPr lang="en-US" sz="3200" dirty="0">
                <a:gradFill flip="none" rotWithShape="1">
                  <a:gsLst>
                    <a:gs pos="50000">
                      <a:srgbClr val="8661C5"/>
                    </a:gs>
                    <a:gs pos="0">
                      <a:srgbClr val="3E76D4"/>
                    </a:gs>
                    <a:gs pos="100000">
                      <a:srgbClr val="C73ECC"/>
                    </a:gs>
                  </a:gsLst>
                  <a:lin ang="2700000" scaled="1"/>
                  <a:tileRect/>
                </a:gradFill>
                <a:cs typeface="+mn-cs"/>
              </a:rPr>
              <a:t>Agent Instructions</a:t>
            </a:r>
            <a:endParaRPr lang="en-US" sz="3200" dirty="0"/>
          </a:p>
        </p:txBody>
      </p:sp>
      <p:sp>
        <p:nvSpPr>
          <p:cNvPr id="200" name="Instructions panel"/>
          <p:cNvSpPr/>
          <p:nvPr/>
        </p:nvSpPr>
        <p:spPr>
          <a:xfrm>
            <a:off x="482600" y="889000"/>
            <a:ext cx="7696200" cy="5613400"/>
          </a:xfrm>
          <a:prstGeom prst="roundRect">
            <a:avLst>
              <a:gd name="adj" fmla="val 3000"/>
            </a:avLst>
          </a:prstGeom>
          <a:solidFill>
            <a:schemeClr val="bg1">
              <a:alpha val="50000"/>
            </a:schemeClr>
          </a:solidFill>
          <a:ln w="9525">
            <a:solidFill>
              <a:schemeClr val="bg1">
                <a:alpha val="46000"/>
              </a:schemeClr>
            </a:solidFill>
          </a:ln>
        </p:spPr>
        <p:txBody>
          <a:bodyPr wrap="square" lIns="127000" tIns="127000" rIns="127000" bIns="127000" rtlCol="0" anchor="t">
            <a:noAutofit/>
          </a:bodyPr>
          <a:lstStyle/>
          <a:p>
            <a:pPr marL="0" indent="0">
              <a:lnSpc>
                <a:spcPct val="100000"/>
              </a:lnSpc>
              <a:spcBef>
                <a:spcPts val="0"/>
              </a:spcBef>
              <a:spcAft>
                <a:spcPts val="0"/>
              </a:spcAft>
              <a:buNone/>
            </a:pPr>
            <a:endParaRPr lang="en-US" sz="1000" dirty="0"/>
          </a:p>
        </p:txBody>
      </p:sp>
      <p:sp>
        <p:nvSpPr>
          <p:cNvPr id="201" name="Instructions label"/>
          <p:cNvSpPr txBox="1"/>
          <p:nvPr/>
        </p:nvSpPr>
        <p:spPr>
          <a:xfrm>
            <a:off x="660400" y="990600"/>
            <a:ext cx="3810000" cy="279400"/>
          </a:xfrm>
          <a:prstGeom prst="rect">
            <a:avLst/>
          </a:prstGeom>
          <a:noFill/>
          <a:ln>
            <a:noFill/>
          </a:ln>
        </p:spPr>
        <p:txBody>
          <a:bodyPr wrap="square" lIns="0" tIns="0" rIns="0" bIns="0" rtlCol="0" anchor="t">
            <a:noAutofit/>
          </a:bodyPr>
          <a:lstStyle/>
          <a:p>
            <a:pPr marL="0" indent="0">
              <a:lnSpc>
                <a:spcPct val="100000"/>
              </a:lnSpc>
              <a:spcBef>
                <a:spcPts val="0"/>
              </a:spcBef>
              <a:spcAft>
                <a:spcPts val="0"/>
              </a:spcAft>
              <a:buNone/>
            </a:pPr>
            <a:endParaRPr lang="en-US" sz="1300" dirty="0"/>
          </a:p>
        </p:txBody>
      </p:sp>
      <p:sp>
        <p:nvSpPr>
          <p:cNvPr id="202" name="Instructions card"/>
          <p:cNvSpPr/>
          <p:nvPr/>
        </p:nvSpPr>
        <p:spPr>
          <a:xfrm>
            <a:off x="635000" y="1320800"/>
            <a:ext cx="7391400" cy="5054600"/>
          </a:xfrm>
          <a:prstGeom prst="roundRect">
            <a:avLst>
              <a:gd name="adj" fmla="val 3000"/>
            </a:avLst>
          </a:prstGeom>
          <a:solidFill>
            <a:schemeClr val="bg1"/>
          </a:solidFill>
          <a:ln w="9525">
            <a:noFill/>
          </a:ln>
          <a:effectLst>
            <a:outerShdw blurRad="228600" dist="38100" dir="2700026" rotWithShape="0">
              <a:srgbClr val="000000">
                <a:alpha val="9000"/>
              </a:srgbClr>
            </a:outerShdw>
          </a:effectLst>
        </p:spPr>
        <p:txBody>
          <a:bodyPr wrap="square" lIns="127000" tIns="127000" rIns="127000" bIns="127000" rtlCol="0" anchor="t">
            <a:noAutofit/>
          </a:bodyPr>
          <a:lstStyle/>
          <a:p>
            <a:pPr marL="0" indent="0">
              <a:lnSpc>
                <a:spcPct val="100000"/>
              </a:lnSpc>
              <a:spcBef>
                <a:spcPts val="0"/>
              </a:spcBef>
              <a:spcAft>
                <a:spcPts val="0"/>
              </a:spcAft>
              <a:buNone/>
            </a:pPr>
            <a:endParaRPr lang="en-US" sz="1000" dirty="0"/>
          </a:p>
        </p:txBody>
      </p:sp>
      <p:sp>
        <p:nvSpPr>
          <p:cNvPr id="205" name="Details panel"/>
          <p:cNvSpPr/>
          <p:nvPr/>
        </p:nvSpPr>
        <p:spPr>
          <a:xfrm>
            <a:off x="8382000" y="889000"/>
            <a:ext cx="3327400" cy="5613400"/>
          </a:xfrm>
          <a:prstGeom prst="roundRect">
            <a:avLst>
              <a:gd name="adj" fmla="val 4000"/>
            </a:avLst>
          </a:prstGeom>
          <a:solidFill>
            <a:schemeClr val="bg1">
              <a:alpha val="50000"/>
            </a:schemeClr>
          </a:solidFill>
          <a:ln w="9525">
            <a:solidFill>
              <a:schemeClr val="bg1">
                <a:alpha val="46000"/>
              </a:schemeClr>
            </a:solidFill>
          </a:ln>
        </p:spPr>
        <p:txBody>
          <a:bodyPr wrap="square" lIns="127000" tIns="127000" rIns="127000" bIns="127000" rtlCol="0" anchor="t">
            <a:noAutofit/>
          </a:bodyPr>
          <a:lstStyle/>
          <a:p>
            <a:pPr marL="0" indent="0">
              <a:lnSpc>
                <a:spcPct val="100000"/>
              </a:lnSpc>
              <a:spcBef>
                <a:spcPts val="0"/>
              </a:spcBef>
              <a:spcAft>
                <a:spcPts val="0"/>
              </a:spcAft>
              <a:buNone/>
            </a:pPr>
            <a:endParaRPr lang="en-US" sz="1000" dirty="0"/>
          </a:p>
        </p:txBody>
      </p:sp>
      <p:sp>
        <p:nvSpPr>
          <p:cNvPr id="206" name="Agent Description label"/>
          <p:cNvSpPr txBox="1"/>
          <p:nvPr/>
        </p:nvSpPr>
        <p:spPr>
          <a:xfrm>
            <a:off x="8534400" y="990600"/>
            <a:ext cx="3022600" cy="254000"/>
          </a:xfrm>
          <a:prstGeom prst="rect">
            <a:avLst/>
          </a:prstGeom>
          <a:noFill/>
          <a:ln>
            <a:noFill/>
          </a:ln>
        </p:spPr>
        <p:txBody>
          <a:bodyPr wrap="square" lIns="0" tIns="0" rIns="0" bIns="0" rtlCol="0" anchor="t">
            <a:noAutofit/>
          </a:bodyPr>
          <a:lstStyle/>
          <a:p>
            <a:pPr marL="0" indent="0">
              <a:lnSpc>
                <a:spcPct val="100000"/>
              </a:lnSpc>
              <a:spcBef>
                <a:spcPts val="0"/>
              </a:spcBef>
              <a:spcAft>
                <a:spcPts val="0"/>
              </a:spcAft>
              <a:buNone/>
            </a:pPr>
            <a:r>
              <a:rPr lang="en-US" sz="1300" dirty="0">
                <a:solidFill>
                  <a:srgbClr val="080808"/>
                </a:solidFill>
                <a:latin typeface="Segoe UI Semibold"/>
                <a:cs typeface="Segoe UI"/>
              </a:rPr>
              <a:t>Agent Description</a:t>
            </a:r>
            <a:endParaRPr lang="en-US" sz="1300" dirty="0"/>
          </a:p>
        </p:txBody>
      </p:sp>
      <p:sp>
        <p:nvSpPr>
          <p:cNvPr id="207" name="Description card"/>
          <p:cNvSpPr/>
          <p:nvPr/>
        </p:nvSpPr>
        <p:spPr>
          <a:xfrm>
            <a:off x="8509000" y="1270000"/>
            <a:ext cx="3073400" cy="1066800"/>
          </a:xfrm>
          <a:prstGeom prst="roundRect">
            <a:avLst>
              <a:gd name="adj" fmla="val 8000"/>
            </a:avLst>
          </a:prstGeom>
          <a:solidFill>
            <a:schemeClr val="bg1"/>
          </a:solidFill>
          <a:ln w="9525">
            <a:noFill/>
          </a:ln>
          <a:effectLst>
            <a:outerShdw blurRad="228600" dist="38100" dir="2700026" rotWithShape="0">
              <a:srgbClr val="000000">
                <a:alpha val="9000"/>
              </a:srgbClr>
            </a:outerShdw>
          </a:effectLst>
        </p:spPr>
        <p:txBody>
          <a:bodyPr wrap="square" lIns="127000" tIns="127000" rIns="127000" bIns="127000" rtlCol="0" anchor="t">
            <a:noAutofit/>
          </a:bodyPr>
          <a:lstStyle/>
          <a:p>
            <a:pPr marL="0" indent="0">
              <a:lnSpc>
                <a:spcPct val="100000"/>
              </a:lnSpc>
              <a:spcBef>
                <a:spcPts val="0"/>
              </a:spcBef>
              <a:spcAft>
                <a:spcPts val="0"/>
              </a:spcAft>
              <a:buNone/>
            </a:pPr>
            <a:endParaRPr lang="en-US" sz="1100" dirty="0"/>
          </a:p>
        </p:txBody>
      </p:sp>
      <p:sp>
        <p:nvSpPr>
          <p:cNvPr id="208" name="Knowledge label"/>
          <p:cNvSpPr txBox="1"/>
          <p:nvPr/>
        </p:nvSpPr>
        <p:spPr>
          <a:xfrm>
            <a:off x="8534400" y="2438400"/>
            <a:ext cx="3022600" cy="254000"/>
          </a:xfrm>
          <a:prstGeom prst="rect">
            <a:avLst/>
          </a:prstGeom>
          <a:noFill/>
          <a:ln>
            <a:noFill/>
          </a:ln>
        </p:spPr>
        <p:txBody>
          <a:bodyPr wrap="square" lIns="0" tIns="0" rIns="0" bIns="0" rtlCol="0" anchor="t">
            <a:noAutofit/>
          </a:bodyPr>
          <a:lstStyle/>
          <a:p>
            <a:pPr marL="0" indent="0">
              <a:lnSpc>
                <a:spcPct val="100000"/>
              </a:lnSpc>
              <a:spcBef>
                <a:spcPts val="0"/>
              </a:spcBef>
              <a:spcAft>
                <a:spcPts val="0"/>
              </a:spcAft>
              <a:buNone/>
            </a:pPr>
            <a:r>
              <a:rPr lang="en-US" sz="1300" dirty="0">
                <a:solidFill>
                  <a:srgbClr val="080808"/>
                </a:solidFill>
                <a:latin typeface="Segoe UI Semibold"/>
                <a:cs typeface="Segoe UI"/>
              </a:rPr>
              <a:t>Knowledge</a:t>
            </a:r>
            <a:endParaRPr lang="en-US" sz="1300" dirty="0"/>
          </a:p>
        </p:txBody>
      </p:sp>
      <p:sp>
        <p:nvSpPr>
          <p:cNvPr id="209" name="Knowledge card"/>
          <p:cNvSpPr/>
          <p:nvPr/>
        </p:nvSpPr>
        <p:spPr>
          <a:xfrm>
            <a:off x="8509000" y="2717800"/>
            <a:ext cx="3073400" cy="1143000"/>
          </a:xfrm>
          <a:prstGeom prst="roundRect">
            <a:avLst>
              <a:gd name="adj" fmla="val 8000"/>
            </a:avLst>
          </a:prstGeom>
          <a:solidFill>
            <a:schemeClr val="bg1"/>
          </a:solidFill>
          <a:ln w="9525">
            <a:noFill/>
          </a:ln>
          <a:effectLst>
            <a:outerShdw blurRad="228600" dist="38100" dir="2700026" rotWithShape="0">
              <a:srgbClr val="000000">
                <a:alpha val="9000"/>
              </a:srgbClr>
            </a:outerShdw>
          </a:effectLst>
        </p:spPr>
        <p:txBody>
          <a:bodyPr wrap="square" lIns="127000" tIns="127000" rIns="127000" bIns="127000" rtlCol="0" anchor="t">
            <a:noAutofit/>
          </a:bodyPr>
          <a:lstStyle/>
          <a:p>
            <a:pPr>
              <a:lnSpc>
                <a:spcPct val="100000"/>
              </a:lnSpc>
              <a:spcBef>
                <a:spcPts val="0"/>
              </a:spcBef>
              <a:spcAft>
                <a:spcPts val="0"/>
              </a:spcAft>
            </a:pPr>
            <a:endParaRPr lang="en-US" sz="1100" dirty="0"/>
          </a:p>
        </p:txBody>
      </p:sp>
      <p:sp>
        <p:nvSpPr>
          <p:cNvPr id="210" name="Web content card"/>
          <p:cNvSpPr/>
          <p:nvPr/>
        </p:nvSpPr>
        <p:spPr>
          <a:xfrm>
            <a:off x="8509000" y="3962400"/>
            <a:ext cx="3073400" cy="355600"/>
          </a:xfrm>
          <a:prstGeom prst="roundRect">
            <a:avLst>
              <a:gd name="adj" fmla="val 15000"/>
            </a:avLst>
          </a:prstGeom>
          <a:solidFill>
            <a:schemeClr val="bg1"/>
          </a:solidFill>
          <a:ln w="9525">
            <a:noFill/>
          </a:ln>
          <a:effectLst>
            <a:outerShdw blurRad="228600" dist="38100" dir="2700026" rotWithShape="0">
              <a:srgbClr val="000000">
                <a:alpha val="9000"/>
              </a:srgbClr>
            </a:outerShdw>
          </a:effectLst>
        </p:spPr>
        <p:txBody>
          <a:bodyPr wrap="square" lIns="127000" tIns="0" rIns="127000" bIns="0" rtlCol="0" anchor="ctr">
            <a:noAutofit/>
          </a:bodyPr>
          <a:lstStyle/>
          <a:p>
            <a:pPr marL="0" indent="0">
              <a:lnSpc>
                <a:spcPct val="100000"/>
              </a:lnSpc>
              <a:spcBef>
                <a:spcPts val="0"/>
              </a:spcBef>
              <a:spcAft>
                <a:spcPts val="0"/>
              </a:spcAft>
              <a:buNone/>
            </a:pPr>
            <a:r>
              <a:rPr lang="en-US" sz="1200" dirty="0">
                <a:solidFill>
                  <a:srgbClr val="080808"/>
                </a:solidFill>
                <a:latin typeface="Segoe UI Semibold"/>
                <a:cs typeface="Segoe UI"/>
              </a:rPr>
              <a:t>Web Content?</a:t>
            </a:r>
            <a:endParaRPr lang="en-US" sz="1200" dirty="0"/>
          </a:p>
        </p:txBody>
      </p:sp>
      <p:sp>
        <p:nvSpPr>
          <p:cNvPr id="211" name="Web content value"/>
          <p:cNvSpPr txBox="1"/>
          <p:nvPr/>
        </p:nvSpPr>
        <p:spPr>
          <a:xfrm>
            <a:off x="10820400" y="3962400"/>
            <a:ext cx="635000" cy="355600"/>
          </a:xfrm>
          <a:prstGeom prst="rect">
            <a:avLst/>
          </a:prstGeom>
          <a:noFill/>
          <a:ln>
            <a:noFill/>
          </a:ln>
        </p:spPr>
        <p:txBody>
          <a:bodyPr wrap="square" lIns="0" tIns="0" rIns="0" bIns="0" rtlCol="0" anchor="ctr">
            <a:noAutofit/>
          </a:bodyPr>
          <a:lstStyle/>
          <a:p>
            <a:pPr marL="0" indent="0" algn="r">
              <a:lnSpc>
                <a:spcPct val="100000"/>
              </a:lnSpc>
              <a:spcBef>
                <a:spcPts val="0"/>
              </a:spcBef>
              <a:spcAft>
                <a:spcPts val="0"/>
              </a:spcAft>
              <a:buNone/>
            </a:pPr>
            <a:r>
              <a:rPr lang="en-US" sz="1200" dirty="0">
                <a:solidFill>
                  <a:srgbClr val="080808"/>
                </a:solidFill>
                <a:latin typeface="Segoe UI"/>
                <a:cs typeface="Segoe UI"/>
              </a:rPr>
              <a:t>Yes/No</a:t>
            </a:r>
            <a:endParaRPr lang="en-US" sz="1200" dirty="0"/>
          </a:p>
        </p:txBody>
      </p:sp>
      <p:sp>
        <p:nvSpPr>
          <p:cNvPr id="212" name="Starter Prompts label"/>
          <p:cNvSpPr txBox="1"/>
          <p:nvPr/>
        </p:nvSpPr>
        <p:spPr>
          <a:xfrm>
            <a:off x="8534400" y="4394200"/>
            <a:ext cx="3022600" cy="254000"/>
          </a:xfrm>
          <a:prstGeom prst="rect">
            <a:avLst/>
          </a:prstGeom>
          <a:noFill/>
          <a:ln>
            <a:noFill/>
          </a:ln>
        </p:spPr>
        <p:txBody>
          <a:bodyPr wrap="square" lIns="0" tIns="0" rIns="0" bIns="0" rtlCol="0" anchor="t">
            <a:noAutofit/>
          </a:bodyPr>
          <a:lstStyle/>
          <a:p>
            <a:pPr marL="0" indent="0">
              <a:lnSpc>
                <a:spcPct val="100000"/>
              </a:lnSpc>
              <a:spcBef>
                <a:spcPts val="0"/>
              </a:spcBef>
              <a:spcAft>
                <a:spcPts val="0"/>
              </a:spcAft>
              <a:buNone/>
            </a:pPr>
            <a:r>
              <a:rPr lang="en-US" sz="1300" dirty="0">
                <a:solidFill>
                  <a:srgbClr val="080808"/>
                </a:solidFill>
                <a:latin typeface="Segoe UI Semibold"/>
                <a:cs typeface="Segoe UI"/>
              </a:rPr>
              <a:t>Starter Prompts</a:t>
            </a:r>
            <a:endParaRPr lang="en-US" sz="1300" dirty="0"/>
          </a:p>
        </p:txBody>
      </p:sp>
      <p:sp>
        <p:nvSpPr>
          <p:cNvPr id="213" name="Starter prompts card"/>
          <p:cNvSpPr/>
          <p:nvPr/>
        </p:nvSpPr>
        <p:spPr>
          <a:xfrm>
            <a:off x="8509000" y="4673600"/>
            <a:ext cx="3073400" cy="1727200"/>
          </a:xfrm>
          <a:prstGeom prst="roundRect">
            <a:avLst>
              <a:gd name="adj" fmla="val 6000"/>
            </a:avLst>
          </a:prstGeom>
          <a:solidFill>
            <a:schemeClr val="bg1"/>
          </a:solidFill>
          <a:ln w="9525">
            <a:noFill/>
          </a:ln>
          <a:effectLst>
            <a:outerShdw blurRad="228600" dist="38100" dir="2700026" rotWithShape="0">
              <a:srgbClr val="000000">
                <a:alpha val="9000"/>
              </a:srgbClr>
            </a:outerShdw>
          </a:effectLst>
        </p:spPr>
        <p:txBody>
          <a:bodyPr wrap="square" lIns="127000" tIns="127000" rIns="127000" bIns="127000" rtlCol="0" anchor="t">
            <a:noAutofit/>
          </a:bodyPr>
          <a:lstStyle/>
          <a:p>
            <a:pPr marL="0" indent="0">
              <a:lnSpc>
                <a:spcPct val="100000"/>
              </a:lnSpc>
              <a:spcBef>
                <a:spcPts val="0"/>
              </a:spcBef>
              <a:spcAft>
                <a:spcPts val="0"/>
              </a:spcAft>
              <a:buNone/>
            </a:pPr>
            <a:endParaRPr lang="en-US" sz="1100" dirty="0"/>
          </a:p>
        </p:txBody>
      </p:sp>
    </p:spTree>
    <p:extLst>
      <p:ext uri="{BB962C8B-B14F-4D97-AF65-F5344CB8AC3E}">
        <p14:creationId xmlns:p14="http://schemas.microsoft.com/office/powerpoint/2010/main" val="3568244059"/>
      </p:ext>
    </p:extLst>
  </p:cSld>
  <p:clrMapOvr>
    <a:masterClrMapping/>
  </p:clrMapOvr>
  <p:transition>
    <p:fade/>
  </p:transition>
</p:sld>
</file>

<file path=ppt/theme/theme1.xml><?xml version="1.0" encoding="utf-8"?>
<a:theme xmlns:a="http://schemas.openxmlformats.org/drawingml/2006/main" name="1_Microsoft 365 Template">
  <a:themeElements>
    <a:clrScheme name="Custom 33">
      <a:dk1>
        <a:srgbClr val="000000"/>
      </a:dk1>
      <a:lt1>
        <a:srgbClr val="FFFFFF"/>
      </a:lt1>
      <a:dk2>
        <a:srgbClr val="243A5E"/>
      </a:dk2>
      <a:lt2>
        <a:srgbClr val="E6E6E6"/>
      </a:lt2>
      <a:accent1>
        <a:srgbClr val="0078D4"/>
      </a:accent1>
      <a:accent2>
        <a:srgbClr val="243A5E"/>
      </a:accent2>
      <a:accent3>
        <a:srgbClr val="50E6FF"/>
      </a:accent3>
      <a:accent4>
        <a:srgbClr val="274B47"/>
      </a:accent4>
      <a:accent5>
        <a:srgbClr val="3B2E58"/>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a:noFill/>
          <a:headEnd type="none" w="med" len="med"/>
          <a:tailEnd type="none" w="med" len="med"/>
        </a:ln>
        <a:effectLst>
          <a:outerShdw blurRad="214029" dist="43797" dir="2700000" algn="tl" rotWithShape="0">
            <a:prstClr val="black">
              <a:alpha val="14880"/>
            </a:prstClr>
          </a:outerShdw>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3291_June2019_CorporateStrategy_Template_2019_Cool_ReadyToUse_Final" id="{724A0421-D3A6-4986-BBF4-21E52F9F9828}" vid="{3B241741-D921-46D0-A42F-E55E8D816862}"/>
    </a:ext>
  </a:extLst>
</a:theme>
</file>

<file path=ppt/theme/theme2.xml><?xml version="1.0" encoding="utf-8"?>
<a:theme xmlns:a="http://schemas.openxmlformats.org/drawingml/2006/main" name="1_Microsoft 365 PPT Template - 2018">
  <a:themeElements>
    <a:clrScheme name="Microsoft 365">
      <a:dk1>
        <a:srgbClr val="282828"/>
      </a:dk1>
      <a:lt1>
        <a:srgbClr val="FFFFFF"/>
      </a:lt1>
      <a:dk2>
        <a:srgbClr val="282828"/>
      </a:dk2>
      <a:lt2>
        <a:srgbClr val="FFFFFF"/>
      </a:lt2>
      <a:accent1>
        <a:srgbClr val="0078D7"/>
      </a:accent1>
      <a:accent2>
        <a:srgbClr val="002050"/>
      </a:accent2>
      <a:accent3>
        <a:srgbClr val="939393"/>
      </a:accent3>
      <a:accent4>
        <a:srgbClr val="00BCF2"/>
      </a:accent4>
      <a:accent5>
        <a:srgbClr val="6C6E6C"/>
      </a:accent5>
      <a:accent6>
        <a:srgbClr val="2E2F2E"/>
      </a:accent6>
      <a:hlink>
        <a:srgbClr val="0078D7"/>
      </a:hlink>
      <a:folHlink>
        <a:srgbClr val="0078D7"/>
      </a:folHlink>
    </a:clrScheme>
    <a:fontScheme name="Custom 2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1" id="{55275FD4-8DF5-4C52-A457-05A4806FE12B}" vid="{A2E6CB10-4510-4B20-9E05-33C56DE8ACD6}"/>
    </a:ext>
  </a:extLst>
</a:theme>
</file>

<file path=ppt/theme/theme3.xml><?xml version="1.0" encoding="utf-8"?>
<a:theme xmlns:a="http://schemas.openxmlformats.org/drawingml/2006/main" name="Copilot for M365 Launch Day Kit - May 2024">
  <a:themeElements>
    <a:clrScheme name="CSR Copilot hybrid">
      <a:dk1>
        <a:sysClr val="windowText" lastClr="000000"/>
      </a:dk1>
      <a:lt1>
        <a:sysClr val="window" lastClr="FFFFFF"/>
      </a:lt1>
      <a:dk2>
        <a:srgbClr val="091F2C"/>
      </a:dk2>
      <a:lt2>
        <a:srgbClr val="F4F3F5"/>
      </a:lt2>
      <a:accent1>
        <a:srgbClr val="C5B4E3"/>
      </a:accent1>
      <a:accent2>
        <a:srgbClr val="8661C5"/>
      </a:accent2>
      <a:accent3>
        <a:srgbClr val="463668"/>
      </a:accent3>
      <a:accent4>
        <a:srgbClr val="0078D4"/>
      </a:accent4>
      <a:accent5>
        <a:srgbClr val="2A446F"/>
      </a:accent5>
      <a:accent6>
        <a:srgbClr val="C03BC4"/>
      </a:accent6>
      <a:hlink>
        <a:srgbClr val="0078D4"/>
      </a:hlink>
      <a:folHlink>
        <a:srgbClr val="2A446F"/>
      </a:folHlink>
    </a:clrScheme>
    <a:fontScheme name="Microsoft">
      <a:majorFont>
        <a:latin typeface="Segoe Sans Display Semibold"/>
        <a:ea typeface=""/>
        <a:cs typeface=""/>
      </a:majorFont>
      <a:minorFont>
        <a:latin typeface="Segoe Sans Display"/>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M_LightGray_Sept_2018.potx" id="{0FAF9FBA-50E5-4B89-8F50-EB458E088334}" vid="{09DABCF3-FBBE-41E3-8EAE-8A81552DAAA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1DC757-E90D-425E-9160-06A6EE4C7106}">
  <we:reference id="wa200010001" version="1.0.0.1" store="en-US" storeType="OMEX"/>
  <we:alternateReferences>
    <we:reference id="WA200010001" version="1.0.0.1" store="WA200010001" storeType="OMEX"/>
  </we:alternateReferences>
  <we:properties>
    <we:property name="claude.fileId" value="&quot;7c96cc01-c987-4952-9088-5258c00d6a43&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DF6783A81DD98459826188F66B26934" ma:contentTypeVersion="19" ma:contentTypeDescription="Create a new document." ma:contentTypeScope="" ma:versionID="233baa4a1cc999be69980ca5596cd3b1">
  <xsd:schema xmlns:xsd="http://www.w3.org/2001/XMLSchema" xmlns:xs="http://www.w3.org/2001/XMLSchema" xmlns:p="http://schemas.microsoft.com/office/2006/metadata/properties" xmlns:ns1="http://schemas.microsoft.com/sharepoint/v3" xmlns:ns2="a3218a29-0104-47cc-9df8-213856e85680" xmlns:ns3="f22f95ce-9d3a-4605-a826-329a4622ef45" targetNamespace="http://schemas.microsoft.com/office/2006/metadata/properties" ma:root="true" ma:fieldsID="042743a75f793f62d90356e61b58fd46" ns1:_="" ns2:_="" ns3:_="">
    <xsd:import namespace="http://schemas.microsoft.com/sharepoint/v3"/>
    <xsd:import namespace="a3218a29-0104-47cc-9df8-213856e85680"/>
    <xsd:import namespace="f22f95ce-9d3a-4605-a826-329a4622ef4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1:_ip_UnifiedCompliancePolicyProperties" minOccurs="0"/>
                <xsd:element ref="ns1:_ip_UnifiedCompliancePolicyUIAction"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DocTags" minOccurs="0"/>
                <xsd:element ref="ns3:Number"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4" nillable="true" ma:displayName="Unified Compliance Policy Properties" ma:hidden="true" ma:internalName="_ip_UnifiedCompliancePolicyProperties">
      <xsd:simpleType>
        <xsd:restriction base="dms:Note"/>
      </xsd:simpleType>
    </xsd:element>
    <xsd:element name="_ip_UnifiedCompliancePolicyUIAction" ma:index="1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3218a29-0104-47cc-9df8-213856e8568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8d4cac2b-2a86-4b1b-8689-eb737af56773}" ma:internalName="TaxCatchAll" ma:showField="CatchAllData" ma:web="a3218a29-0104-47cc-9df8-213856e8568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f22f95ce-9d3a-4605-a826-329a4622ef4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DateTaken" ma:index="22" nillable="true" ma:displayName="MediaServiceDateTaken" ma:hidden="true" ma:indexed="true" ma:internalName="MediaServiceDateTaken"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MediaServiceDocTags" ma:index="24" nillable="true" ma:displayName="MediaServiceDocTags" ma:hidden="true" ma:internalName="MediaServiceDocTags" ma:readOnly="true">
      <xsd:simpleType>
        <xsd:restriction base="dms:Note"/>
      </xsd:simpleType>
    </xsd:element>
    <xsd:element name="Number" ma:index="25" nillable="true" ma:displayName="Number" ma:format="Dropdown" ma:internalName="Number" ma:percentage="FALSE">
      <xsd:simpleType>
        <xsd:restriction base="dms:Number"/>
      </xsd:simpleType>
    </xsd:element>
    <xsd:element name="MediaServiceBillingMetadata" ma:index="26" nillable="true" ma:displayName="MediaServiceBillingMetadata" ma:hidden="true" ma:internalName="MediaServiceBillingMetadata"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a3218a29-0104-47cc-9df8-213856e85680" xsi:nil="true"/>
    <lcf76f155ced4ddcb4097134ff3c332f xmlns="f22f95ce-9d3a-4605-a826-329a4622ef45">
      <Terms xmlns="http://schemas.microsoft.com/office/infopath/2007/PartnerControls"/>
    </lcf76f155ced4ddcb4097134ff3c332f>
    <Number xmlns="f22f95ce-9d3a-4605-a826-329a4622ef45" xsi:nil="true"/>
  </documentManagement>
</p:properties>
</file>

<file path=customXml/itemProps1.xml><?xml version="1.0" encoding="utf-8"?>
<ds:datastoreItem xmlns:ds="http://schemas.openxmlformats.org/officeDocument/2006/customXml" ds:itemID="{0694249B-5728-4EF2-AD55-D09A6F7A25CE}">
  <ds:schemaRefs>
    <ds:schemaRef ds:uri="http://schemas.microsoft.com/sharepoint/v3/contenttype/forms"/>
  </ds:schemaRefs>
</ds:datastoreItem>
</file>

<file path=customXml/itemProps2.xml><?xml version="1.0" encoding="utf-8"?>
<ds:datastoreItem xmlns:ds="http://schemas.openxmlformats.org/officeDocument/2006/customXml" ds:itemID="{D755956B-7721-45A1-8D20-9CE7C95CBB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3218a29-0104-47cc-9df8-213856e85680"/>
    <ds:schemaRef ds:uri="f22f95ce-9d3a-4605-a826-329a4622ef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970A759-F1B7-4F3E-B667-D6701A476EE3}">
  <ds:schemaRefs>
    <ds:schemaRef ds:uri="http://www.w3.org/XML/1998/namespace"/>
    <ds:schemaRef ds:uri="http://schemas.microsoft.com/office/2006/metadata/properties"/>
    <ds:schemaRef ds:uri="http://schemas.microsoft.com/office/infopath/2007/PartnerControls"/>
    <ds:schemaRef ds:uri="http://purl.org/dc/elements/1.1/"/>
    <ds:schemaRef ds:uri="http://purl.org/dc/terms/"/>
    <ds:schemaRef ds:uri="643f6e62-e185-490b-b009-7dd522c024f0"/>
    <ds:schemaRef ds:uri="http://schemas.microsoft.com/office/2006/documentManagement/types"/>
    <ds:schemaRef ds:uri="116c6fcb-3c65-4296-89fd-fcd88a94d3d4"/>
    <ds:schemaRef ds:uri="http://schemas.openxmlformats.org/package/2006/metadata/core-properties"/>
    <ds:schemaRef ds:uri="http://schemas.microsoft.com/sharepoint/v3"/>
    <ds:schemaRef ds:uri="http://purl.org/dc/dcmitype/"/>
    <ds:schemaRef ds:uri="2bc230bc-6b0c-470a-b824-d1afcc5a5dc6"/>
    <ds:schemaRef ds:uri="d0e5ec9f-86d7-4f90-aadb-03c575e23b56"/>
    <ds:schemaRef ds:uri="a3218a29-0104-47cc-9df8-213856e85680"/>
    <ds:schemaRef ds:uri="f22f95ce-9d3a-4605-a826-329a4622ef45"/>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112</TotalTime>
  <Words>409</Words>
  <Application>Microsoft Office PowerPoint</Application>
  <PresentationFormat>Widescreen</PresentationFormat>
  <Paragraphs>64</Paragraphs>
  <Slides>5</Slides>
  <Notes>5</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5</vt:i4>
      </vt:variant>
    </vt:vector>
  </HeadingPairs>
  <TitlesOfParts>
    <vt:vector size="21" baseType="lpstr">
      <vt:lpstr>Aptos</vt:lpstr>
      <vt:lpstr>Arial</vt:lpstr>
      <vt:lpstr>Calibri</vt:lpstr>
      <vt:lpstr>Consolas</vt:lpstr>
      <vt:lpstr>Courier New</vt:lpstr>
      <vt:lpstr>Segoe Sans Display</vt:lpstr>
      <vt:lpstr>Segoe Sans Display Semibold</vt:lpstr>
      <vt:lpstr>Segoe UI</vt:lpstr>
      <vt:lpstr>Segoe UI Light</vt:lpstr>
      <vt:lpstr>Segoe UI Semibold</vt:lpstr>
      <vt:lpstr>Segoe UI Semilight</vt:lpstr>
      <vt:lpstr>Symbol</vt:lpstr>
      <vt:lpstr>Wingdings</vt:lpstr>
      <vt:lpstr>1_Microsoft 365 Template</vt:lpstr>
      <vt:lpstr>1_Microsoft 365 PPT Template - 2018</vt:lpstr>
      <vt:lpstr>Copilot for M365 Launch Day Kit - May 2024</vt:lpstr>
      <vt:lpstr> Prompt-a-thon</vt:lpstr>
      <vt:lpstr>Reflect on your workflow</vt:lpstr>
      <vt:lpstr>Template</vt:lpstr>
      <vt:lpstr>&lt;Enter Scenario&gt;</vt:lpstr>
      <vt:lpstr>Agent Instructions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for Microsoft 365</dc:title>
  <dc:creator>Stuart Ridout</dc:creator>
  <cp:lastModifiedBy>Said Nikjou</cp:lastModifiedBy>
  <cp:revision>4</cp:revision>
  <dcterms:created xsi:type="dcterms:W3CDTF">2024-03-22T08:42:37Z</dcterms:created>
  <dcterms:modified xsi:type="dcterms:W3CDTF">2026-10-15T15:11:58Z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0x0101002DF6783A81DD98459826188F66B26934</vt:lpwstr>
  </property>
  <property fmtid="{D5CDD505-2E9C-101B-9397-08002B2CF9AE}" pid="3" name="Order">
    <vt:lpwstr>2200.00000000000</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lpwstr/>
  </property>
  <property fmtid="{D5CDD505-2E9C-101B-9397-08002B2CF9AE}" pid="10" name="MediaServiceImageTags">
    <vt:lpwstr/>
  </property>
</Properties>
</file>